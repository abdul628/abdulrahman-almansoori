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5" r:id="rId1"/>
  </p:sldMasterIdLst>
  <p:sldIdLst>
    <p:sldId id="256" r:id="rId2"/>
    <p:sldId id="257" r:id="rId3"/>
    <p:sldId id="258" r:id="rId4"/>
    <p:sldId id="285" r:id="rId5"/>
    <p:sldId id="286" r:id="rId6"/>
    <p:sldId id="287" r:id="rId7"/>
    <p:sldId id="272" r:id="rId8"/>
    <p:sldId id="273" r:id="rId9"/>
    <p:sldId id="274" r:id="rId10"/>
    <p:sldId id="276" r:id="rId11"/>
    <p:sldId id="275" r:id="rId12"/>
    <p:sldId id="278" r:id="rId13"/>
    <p:sldId id="279" r:id="rId14"/>
    <p:sldId id="281" r:id="rId15"/>
    <p:sldId id="280" r:id="rId16"/>
    <p:sldId id="270" r:id="rId17"/>
    <p:sldId id="263" r:id="rId18"/>
    <p:sldId id="264" r:id="rId19"/>
    <p:sldId id="265" r:id="rId20"/>
    <p:sldId id="288" r:id="rId21"/>
    <p:sldId id="266" r:id="rId22"/>
    <p:sldId id="271" r:id="rId23"/>
    <p:sldId id="282" r:id="rId24"/>
    <p:sldId id="283" r:id="rId25"/>
    <p:sldId id="290" r:id="rId26"/>
    <p:sldId id="289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sser" initials="N" lastIdx="1" clrIdx="0">
    <p:extLst>
      <p:ext uri="{19B8F6BF-5375-455C-9EA6-DF929625EA0E}">
        <p15:presenceInfo xmlns:p15="http://schemas.microsoft.com/office/powerpoint/2012/main" userId="Nas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61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50" b="1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r>
              <a:rPr lang="en-US"/>
              <a:t>Period Cash Flow</a:t>
            </a:r>
          </a:p>
        </c:rich>
      </c:tx>
      <c:layout>
        <c:manualLayout>
          <c:xMode val="edge"/>
          <c:yMode val="edge"/>
          <c:x val="0.42758625032722297"/>
          <c:y val="2.036190354449269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8.137931034482758E-2"/>
          <c:y val="0.12895927601809956"/>
          <c:w val="0.90758620689655167"/>
          <c:h val="0.737556561085972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'PD Econ-Stanley Hammer'!$A$13</c:f>
              <c:strCache>
                <c:ptCount val="1"/>
                <c:pt idx="0">
                  <c:v>Period Cash Flow</c:v>
                </c:pt>
              </c:strCache>
            </c:strRef>
          </c:tx>
          <c:spPr>
            <a:solidFill>
              <a:srgbClr val="8080FF"/>
            </a:solidFill>
            <a:ln w="12700">
              <a:solidFill>
                <a:srgbClr val="000000"/>
              </a:solidFill>
              <a:prstDash val="solid"/>
            </a:ln>
          </c:spPr>
          <c:invertIfNegative val="0"/>
          <c:val>
            <c:numRef>
              <c:f>'PD Econ-Stanley Hammer'!$B$13:$K$13</c:f>
              <c:numCache>
                <c:formatCode>0</c:formatCode>
                <c:ptCount val="10"/>
                <c:pt idx="0">
                  <c:v>-4000</c:v>
                </c:pt>
                <c:pt idx="1">
                  <c:v>-6000</c:v>
                </c:pt>
                <c:pt idx="2">
                  <c:v>500</c:v>
                </c:pt>
                <c:pt idx="3">
                  <c:v>2500</c:v>
                </c:pt>
                <c:pt idx="4">
                  <c:v>18000</c:v>
                </c:pt>
                <c:pt idx="5">
                  <c:v>18000</c:v>
                </c:pt>
                <c:pt idx="6">
                  <c:v>18000</c:v>
                </c:pt>
                <c:pt idx="7">
                  <c:v>18000</c:v>
                </c:pt>
                <c:pt idx="8">
                  <c:v>18000</c:v>
                </c:pt>
                <c:pt idx="9">
                  <c:v>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14-0943-8233-B520F7122487}"/>
            </c:ext>
          </c:extLst>
        </c:ser>
        <c:ser>
          <c:idx val="1"/>
          <c:order val="1"/>
          <c:tx>
            <c:strRef>
              <c:f>'PD Econ-Stanley Hammer'!$A$14</c:f>
              <c:strCache>
                <c:ptCount val="1"/>
                <c:pt idx="0">
                  <c:v>PV Time Period 0</c:v>
                </c:pt>
              </c:strCache>
            </c:strRef>
          </c:tx>
          <c:spPr>
            <a:solidFill>
              <a:srgbClr val="802060"/>
            </a:solidFill>
            <a:ln w="12700">
              <a:solidFill>
                <a:srgbClr val="000000"/>
              </a:solidFill>
              <a:prstDash val="solid"/>
            </a:ln>
          </c:spPr>
          <c:invertIfNegative val="0"/>
          <c:val>
            <c:numRef>
              <c:f>'PD Econ-Stanley Hammer'!$B$14:$K$14</c:f>
              <c:numCache>
                <c:formatCode>0</c:formatCode>
                <c:ptCount val="10"/>
                <c:pt idx="0">
                  <c:v>-3931.203931203931</c:v>
                </c:pt>
                <c:pt idx="1">
                  <c:v>-5795.3866307674652</c:v>
                </c:pt>
                <c:pt idx="2">
                  <c:v>474.64263970249516</c:v>
                </c:pt>
                <c:pt idx="3">
                  <c:v>2332.3962638943244</c:v>
                </c:pt>
                <c:pt idx="4">
                  <c:v>16504.425651144113</c:v>
                </c:pt>
                <c:pt idx="5">
                  <c:v>16220.565750510184</c:v>
                </c:pt>
                <c:pt idx="6">
                  <c:v>15941.587961189372</c:v>
                </c:pt>
                <c:pt idx="7">
                  <c:v>15667.408315665227</c:v>
                </c:pt>
                <c:pt idx="8">
                  <c:v>15397.944290580073</c:v>
                </c:pt>
                <c:pt idx="9">
                  <c:v>15133.114781896878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14-0943-8233-B520F71224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8302576"/>
        <c:axId val="1"/>
      </c:barChart>
      <c:catAx>
        <c:axId val="1983025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75" b="1" i="0" u="none" strike="noStrike" baseline="0">
                    <a:solidFill>
                      <a:srgbClr val="000000"/>
                    </a:solidFill>
                    <a:latin typeface="Geneva"/>
                    <a:ea typeface="Geneva"/>
                    <a:cs typeface="Geneva"/>
                  </a:defRPr>
                </a:pPr>
                <a:r>
                  <a:rPr lang="en-US"/>
                  <a:t>Periods</a:t>
                </a:r>
              </a:p>
            </c:rich>
          </c:tx>
          <c:layout>
            <c:manualLayout>
              <c:xMode val="edge"/>
              <c:yMode val="edge"/>
              <c:x val="0.51034480587087128"/>
              <c:y val="0.8868778586664449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75" b="0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75" b="1" i="0" u="none" strike="noStrike" baseline="0">
                    <a:solidFill>
                      <a:srgbClr val="000000"/>
                    </a:solidFill>
                    <a:latin typeface="Geneva"/>
                    <a:ea typeface="Geneva"/>
                    <a:cs typeface="Geneva"/>
                  </a:defRPr>
                </a:pPr>
                <a:r>
                  <a:rPr lang="en-US" dirty="0"/>
                  <a:t>$ in Period</a:t>
                </a:r>
              </a:p>
            </c:rich>
          </c:tx>
          <c:layout>
            <c:manualLayout>
              <c:xMode val="edge"/>
              <c:yMode val="edge"/>
              <c:x val="2.9782505797595602E-3"/>
              <c:y val="0.43666275354855127"/>
            </c:manualLayout>
          </c:layout>
          <c:overlay val="0"/>
          <c:spPr>
            <a:noFill/>
            <a:ln w="25400">
              <a:noFill/>
            </a:ln>
          </c:spPr>
        </c:title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75" b="0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endParaRPr lang="en-US"/>
          </a:p>
        </c:txPr>
        <c:crossAx val="198302576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40836298932384341"/>
          <c:y val="0.95108695652173914"/>
          <c:w val="0.25533807829181487"/>
          <c:h val="4.2119565217391304E-2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740" b="0" i="0" u="none" strike="noStrike" baseline="0">
              <a:solidFill>
                <a:srgbClr val="000000"/>
              </a:solidFill>
              <a:latin typeface="Geneva"/>
              <a:ea typeface="Geneva"/>
              <a:cs typeface="Geneva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6350">
      <a:noFill/>
    </a:ln>
  </c:spPr>
  <c:txPr>
    <a:bodyPr/>
    <a:lstStyle/>
    <a:p>
      <a:pPr>
        <a:defRPr sz="875" b="0" i="0" u="none" strike="noStrike" baseline="0">
          <a:solidFill>
            <a:srgbClr val="000000"/>
          </a:solidFill>
          <a:latin typeface="Geneva"/>
          <a:ea typeface="Geneva"/>
          <a:cs typeface="Genev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50" b="1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r>
              <a:rPr lang="en-US"/>
              <a:t>Cumulative Discounted Cash Flow</a:t>
            </a:r>
          </a:p>
        </c:rich>
      </c:tx>
      <c:layout>
        <c:manualLayout>
          <c:xMode val="edge"/>
          <c:yMode val="edge"/>
          <c:x val="0.35862073308584363"/>
          <c:y val="2.0361903544492695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8.9655172413793102E-2"/>
          <c:y val="0.12895927601809956"/>
          <c:w val="0.89931034482758621"/>
          <c:h val="0.78733031674208143"/>
        </c:manualLayout>
      </c:layout>
      <c:lineChart>
        <c:grouping val="standard"/>
        <c:varyColors val="0"/>
        <c:ser>
          <c:idx val="0"/>
          <c:order val="0"/>
          <c:tx>
            <c:strRef>
              <c:f>'PD Econ-Stanley Hammer'!$A$15</c:f>
              <c:strCache>
                <c:ptCount val="1"/>
                <c:pt idx="0">
                  <c:v>Cumul. Disc. Cash Flow</c:v>
                </c:pt>
              </c:strCache>
            </c:strRef>
          </c:tx>
          <c:spPr>
            <a:ln w="25400">
              <a:solidFill>
                <a:srgbClr val="000080"/>
              </a:solidFill>
              <a:prstDash val="solid"/>
            </a:ln>
          </c:spPr>
          <c:marker>
            <c:symbol val="diamond"/>
            <c:size val="8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val>
            <c:numRef>
              <c:f>'PD Econ-Stanley Hammer'!$B$15:$K$15</c:f>
              <c:numCache>
                <c:formatCode>0</c:formatCode>
                <c:ptCount val="10"/>
                <c:pt idx="0">
                  <c:v>-3931.203931203931</c:v>
                </c:pt>
                <c:pt idx="1">
                  <c:v>-9726.5905619713958</c:v>
                </c:pt>
                <c:pt idx="2">
                  <c:v>-9251.9479222689006</c:v>
                </c:pt>
                <c:pt idx="3">
                  <c:v>-6919.5516583745757</c:v>
                </c:pt>
                <c:pt idx="4">
                  <c:v>9584.8739927695369</c:v>
                </c:pt>
                <c:pt idx="5">
                  <c:v>25805.43974327972</c:v>
                </c:pt>
                <c:pt idx="6">
                  <c:v>41747.027704469088</c:v>
                </c:pt>
                <c:pt idx="7">
                  <c:v>57414.436020134315</c:v>
                </c:pt>
                <c:pt idx="8">
                  <c:v>72812.38031071439</c:v>
                </c:pt>
                <c:pt idx="9">
                  <c:v>87945.495092611265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B4-0748-8617-13AC0F56C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290928"/>
        <c:axId val="1"/>
      </c:lineChart>
      <c:catAx>
        <c:axId val="198290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75" b="1" i="0" u="none" strike="noStrike" baseline="0">
                    <a:solidFill>
                      <a:srgbClr val="000000"/>
                    </a:solidFill>
                    <a:latin typeface="Geneva"/>
                    <a:ea typeface="Geneva"/>
                    <a:cs typeface="Geneva"/>
                  </a:defRPr>
                </a:pPr>
                <a:r>
                  <a:rPr lang="en-US"/>
                  <a:t>Period</a:t>
                </a:r>
              </a:p>
            </c:rich>
          </c:tx>
          <c:layout>
            <c:manualLayout>
              <c:xMode val="edge"/>
              <c:yMode val="edge"/>
              <c:x val="0.51724137931034475"/>
              <c:y val="0.93665165782402471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75" b="0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75" b="1" i="0" u="none" strike="noStrike" baseline="0">
                    <a:solidFill>
                      <a:srgbClr val="000000"/>
                    </a:solidFill>
                    <a:latin typeface="Geneva"/>
                    <a:ea typeface="Geneva"/>
                    <a:cs typeface="Geneva"/>
                  </a:defRPr>
                </a:pPr>
                <a:r>
                  <a:rPr lang="en-US"/>
                  <a:t>Cumulative $</a:t>
                </a:r>
              </a:p>
            </c:rich>
          </c:tx>
          <c:layout>
            <c:manualLayout>
              <c:xMode val="edge"/>
              <c:yMode val="edge"/>
              <c:x val="1.2413788760381152E-2"/>
              <c:y val="0.4547511968767175"/>
            </c:manualLayout>
          </c:layout>
          <c:overlay val="0"/>
          <c:spPr>
            <a:noFill/>
            <a:ln w="25400">
              <a:noFill/>
            </a:ln>
          </c:spPr>
        </c:title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75" b="0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endParaRPr lang="en-US"/>
          </a:p>
        </c:txPr>
        <c:crossAx val="198290928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6350">
      <a:noFill/>
    </a:ln>
  </c:spPr>
  <c:txPr>
    <a:bodyPr/>
    <a:lstStyle/>
    <a:p>
      <a:pPr>
        <a:defRPr sz="875" b="0" i="0" u="none" strike="noStrike" baseline="0">
          <a:solidFill>
            <a:srgbClr val="000000"/>
          </a:solidFill>
          <a:latin typeface="Geneva"/>
          <a:ea typeface="Geneva"/>
          <a:cs typeface="Geneva"/>
        </a:defRPr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30.svg"/><Relationship Id="rId4" Type="http://schemas.openxmlformats.org/officeDocument/2006/relationships/image" Target="../media/image38.svg"/><Relationship Id="rId9" Type="http://schemas.openxmlformats.org/officeDocument/2006/relationships/image" Target="../media/image29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svg"/><Relationship Id="rId4" Type="http://schemas.openxmlformats.org/officeDocument/2006/relationships/image" Target="../media/image64.svg"/><Relationship Id="rId9" Type="http://schemas.openxmlformats.org/officeDocument/2006/relationships/image" Target="../media/image6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30.svg"/><Relationship Id="rId4" Type="http://schemas.openxmlformats.org/officeDocument/2006/relationships/image" Target="../media/image38.svg"/><Relationship Id="rId9" Type="http://schemas.openxmlformats.org/officeDocument/2006/relationships/image" Target="../media/image29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svg"/><Relationship Id="rId4" Type="http://schemas.openxmlformats.org/officeDocument/2006/relationships/image" Target="../media/image64.svg"/><Relationship Id="rId9" Type="http://schemas.openxmlformats.org/officeDocument/2006/relationships/image" Target="../media/image6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128182-8F19-46C3-B4C4-AF62B5B9514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90E19B-27F2-4C57-A8D4-275BB9F733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Opportunity Identifications </a:t>
          </a:r>
        </a:p>
      </dgm:t>
    </dgm:pt>
    <dgm:pt modelId="{DD703EE7-D44C-4573-900B-6A190461ED9C}" type="parTrans" cxnId="{08D4CFC2-26CB-44BB-9C13-886746FAF573}">
      <dgm:prSet/>
      <dgm:spPr/>
      <dgm:t>
        <a:bodyPr/>
        <a:lstStyle/>
        <a:p>
          <a:endParaRPr lang="en-US"/>
        </a:p>
      </dgm:t>
    </dgm:pt>
    <dgm:pt modelId="{1F4802FF-E1C9-44E5-BC9B-01D32A28CBED}" type="sibTrans" cxnId="{08D4CFC2-26CB-44BB-9C13-886746FAF573}">
      <dgm:prSet/>
      <dgm:spPr/>
      <dgm:t>
        <a:bodyPr/>
        <a:lstStyle/>
        <a:p>
          <a:endParaRPr lang="en-US"/>
        </a:p>
      </dgm:t>
    </dgm:pt>
    <dgm:pt modelId="{2F3CD009-6D5B-41CB-9BCA-0C15A48CC8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Customer needs</a:t>
          </a:r>
        </a:p>
      </dgm:t>
    </dgm:pt>
    <dgm:pt modelId="{617866F9-2A65-4148-B0A9-C1DDA809D3A0}" type="parTrans" cxnId="{59BDAA3C-59F1-41C5-AA3F-65DE3CF9C8C4}">
      <dgm:prSet/>
      <dgm:spPr/>
      <dgm:t>
        <a:bodyPr/>
        <a:lstStyle/>
        <a:p>
          <a:endParaRPr lang="en-US"/>
        </a:p>
      </dgm:t>
    </dgm:pt>
    <dgm:pt modelId="{60410092-6AC0-42A1-9267-C1CF84755B5B}" type="sibTrans" cxnId="{59BDAA3C-59F1-41C5-AA3F-65DE3CF9C8C4}">
      <dgm:prSet/>
      <dgm:spPr/>
      <dgm:t>
        <a:bodyPr/>
        <a:lstStyle/>
        <a:p>
          <a:endParaRPr lang="en-US"/>
        </a:p>
      </dgm:t>
    </dgm:pt>
    <dgm:pt modelId="{A3137ADB-0DBA-4434-8F40-95229BAC22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Target specification</a:t>
          </a:r>
        </a:p>
      </dgm:t>
    </dgm:pt>
    <dgm:pt modelId="{75DBAE23-D981-43E3-A341-925A5876C313}" type="parTrans" cxnId="{242AB6CD-A826-48C1-90DD-02393A79F4BE}">
      <dgm:prSet/>
      <dgm:spPr/>
      <dgm:t>
        <a:bodyPr/>
        <a:lstStyle/>
        <a:p>
          <a:endParaRPr lang="en-US"/>
        </a:p>
      </dgm:t>
    </dgm:pt>
    <dgm:pt modelId="{198E82C0-BD07-4A54-9897-7C3171673DB2}" type="sibTrans" cxnId="{242AB6CD-A826-48C1-90DD-02393A79F4BE}">
      <dgm:prSet/>
      <dgm:spPr/>
      <dgm:t>
        <a:bodyPr/>
        <a:lstStyle/>
        <a:p>
          <a:endParaRPr lang="en-US"/>
        </a:p>
      </dgm:t>
    </dgm:pt>
    <dgm:pt modelId="{55DC6CC8-F1BC-496A-B9D8-961DBF3830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Concept generation and concept selection</a:t>
          </a:r>
        </a:p>
      </dgm:t>
    </dgm:pt>
    <dgm:pt modelId="{94D65234-FEC7-4AD9-A65A-2EB5B3EEAF73}" type="parTrans" cxnId="{603B444F-1FC8-4778-BAD4-46CCEAC09291}">
      <dgm:prSet/>
      <dgm:spPr/>
      <dgm:t>
        <a:bodyPr/>
        <a:lstStyle/>
        <a:p>
          <a:endParaRPr lang="en-US"/>
        </a:p>
      </dgm:t>
    </dgm:pt>
    <dgm:pt modelId="{C480C8B0-3B5F-4399-A4D1-59DC675E00CD}" type="sibTrans" cxnId="{603B444F-1FC8-4778-BAD4-46CCEAC09291}">
      <dgm:prSet/>
      <dgm:spPr/>
      <dgm:t>
        <a:bodyPr/>
        <a:lstStyle/>
        <a:p>
          <a:endParaRPr lang="en-US"/>
        </a:p>
      </dgm:t>
    </dgm:pt>
    <dgm:pt modelId="{021CA944-FA06-453A-AFF3-83652DDD8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Management of projects</a:t>
          </a:r>
        </a:p>
      </dgm:t>
    </dgm:pt>
    <dgm:pt modelId="{D247E938-AA3E-47BF-8481-845F275ED593}" type="parTrans" cxnId="{7FA16CF2-FDB5-4B13-A84D-79B3D6481CE0}">
      <dgm:prSet/>
      <dgm:spPr/>
      <dgm:t>
        <a:bodyPr/>
        <a:lstStyle/>
        <a:p>
          <a:endParaRPr lang="en-US"/>
        </a:p>
      </dgm:t>
    </dgm:pt>
    <dgm:pt modelId="{CB743A28-99CE-4604-90B9-72A2E4B33F6A}" type="sibTrans" cxnId="{7FA16CF2-FDB5-4B13-A84D-79B3D6481CE0}">
      <dgm:prSet/>
      <dgm:spPr/>
      <dgm:t>
        <a:bodyPr/>
        <a:lstStyle/>
        <a:p>
          <a:endParaRPr lang="en-US"/>
        </a:p>
      </dgm:t>
    </dgm:pt>
    <dgm:pt modelId="{A6452E6E-A354-4E02-972A-038D77955020}" type="pres">
      <dgm:prSet presAssocID="{84128182-8F19-46C3-B4C4-AF62B5B95147}" presName="root" presStyleCnt="0">
        <dgm:presLayoutVars>
          <dgm:dir/>
          <dgm:resizeHandles val="exact"/>
        </dgm:presLayoutVars>
      </dgm:prSet>
      <dgm:spPr/>
    </dgm:pt>
    <dgm:pt modelId="{D573F11A-9C1C-4ADD-B718-E29A5FA846C1}" type="pres">
      <dgm:prSet presAssocID="{7290E19B-27F2-4C57-A8D4-275BB9F73350}" presName="compNode" presStyleCnt="0"/>
      <dgm:spPr/>
    </dgm:pt>
    <dgm:pt modelId="{B0F8C372-6957-42CE-8B4A-6149D692DEDD}" type="pres">
      <dgm:prSet presAssocID="{7290E19B-27F2-4C57-A8D4-275BB9F73350}" presName="bgRect" presStyleLbl="bgShp" presStyleIdx="0" presStyleCnt="5" custLinFactNeighborX="-1754" custLinFactNeighborY="-2755"/>
      <dgm:spPr/>
    </dgm:pt>
    <dgm:pt modelId="{978F7C97-44CC-4C9B-8B09-2F37748AAEAF}" type="pres">
      <dgm:prSet presAssocID="{7290E19B-27F2-4C57-A8D4-275BB9F7335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790C3A23-E51A-4BD0-9AF2-2B7A8381910D}" type="pres">
      <dgm:prSet presAssocID="{7290E19B-27F2-4C57-A8D4-275BB9F73350}" presName="spaceRect" presStyleCnt="0"/>
      <dgm:spPr/>
    </dgm:pt>
    <dgm:pt modelId="{FFBCA4F5-6397-405F-8E2D-C0FE29532C98}" type="pres">
      <dgm:prSet presAssocID="{7290E19B-27F2-4C57-A8D4-275BB9F73350}" presName="parTx" presStyleLbl="revTx" presStyleIdx="0" presStyleCnt="5">
        <dgm:presLayoutVars>
          <dgm:chMax val="0"/>
          <dgm:chPref val="0"/>
        </dgm:presLayoutVars>
      </dgm:prSet>
      <dgm:spPr/>
    </dgm:pt>
    <dgm:pt modelId="{8072D0F3-4E32-4847-94D4-ECB9310859F6}" type="pres">
      <dgm:prSet presAssocID="{1F4802FF-E1C9-44E5-BC9B-01D32A28CBED}" presName="sibTrans" presStyleCnt="0"/>
      <dgm:spPr/>
    </dgm:pt>
    <dgm:pt modelId="{5A85CB89-9F32-40C8-A426-FDB6C7441B2E}" type="pres">
      <dgm:prSet presAssocID="{2F3CD009-6D5B-41CB-9BCA-0C15A48CC86A}" presName="compNode" presStyleCnt="0"/>
      <dgm:spPr/>
    </dgm:pt>
    <dgm:pt modelId="{EEE06921-2121-4C1F-96C7-D96DD07B4574}" type="pres">
      <dgm:prSet presAssocID="{2F3CD009-6D5B-41CB-9BCA-0C15A48CC86A}" presName="bgRect" presStyleLbl="bgShp" presStyleIdx="1" presStyleCnt="5" custLinFactNeighborX="-1"/>
      <dgm:spPr/>
    </dgm:pt>
    <dgm:pt modelId="{B04009AA-0ABF-4C7C-9EE1-7755B4650F00}" type="pres">
      <dgm:prSet presAssocID="{2F3CD009-6D5B-41CB-9BCA-0C15A48CC8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edule Event Action"/>
        </a:ext>
      </dgm:extLst>
    </dgm:pt>
    <dgm:pt modelId="{B67C358D-3840-4E65-923E-DA5510B8F8A2}" type="pres">
      <dgm:prSet presAssocID="{2F3CD009-6D5B-41CB-9BCA-0C15A48CC86A}" presName="spaceRect" presStyleCnt="0"/>
      <dgm:spPr/>
    </dgm:pt>
    <dgm:pt modelId="{BBF570F9-A542-4085-B0ED-41E47166045A}" type="pres">
      <dgm:prSet presAssocID="{2F3CD009-6D5B-41CB-9BCA-0C15A48CC86A}" presName="parTx" presStyleLbl="revTx" presStyleIdx="1" presStyleCnt="5">
        <dgm:presLayoutVars>
          <dgm:chMax val="0"/>
          <dgm:chPref val="0"/>
        </dgm:presLayoutVars>
      </dgm:prSet>
      <dgm:spPr/>
    </dgm:pt>
    <dgm:pt modelId="{12C181C7-5BCC-4271-BC72-19114E3183B8}" type="pres">
      <dgm:prSet presAssocID="{60410092-6AC0-42A1-9267-C1CF84755B5B}" presName="sibTrans" presStyleCnt="0"/>
      <dgm:spPr/>
    </dgm:pt>
    <dgm:pt modelId="{558FB533-2219-4DED-9E45-BF79A6648CF3}" type="pres">
      <dgm:prSet presAssocID="{A3137ADB-0DBA-4434-8F40-95229BAC22A1}" presName="compNode" presStyleCnt="0"/>
      <dgm:spPr/>
    </dgm:pt>
    <dgm:pt modelId="{F6CFF511-DD6A-40B5-9A67-23E0025C025E}" type="pres">
      <dgm:prSet presAssocID="{A3137ADB-0DBA-4434-8F40-95229BAC22A1}" presName="bgRect" presStyleLbl="bgShp" presStyleIdx="2" presStyleCnt="5"/>
      <dgm:spPr/>
    </dgm:pt>
    <dgm:pt modelId="{A2B2937E-8E9A-4308-BABE-5F5D6AB89954}" type="pres">
      <dgm:prSet presAssocID="{A3137ADB-0DBA-4434-8F40-95229BAC22A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ign"/>
        </a:ext>
      </dgm:extLst>
    </dgm:pt>
    <dgm:pt modelId="{93C60CE7-63C0-4D67-BD5C-06E6E2570383}" type="pres">
      <dgm:prSet presAssocID="{A3137ADB-0DBA-4434-8F40-95229BAC22A1}" presName="spaceRect" presStyleCnt="0"/>
      <dgm:spPr/>
    </dgm:pt>
    <dgm:pt modelId="{B9DC174E-D61F-4E0C-BAC2-4329B54B4678}" type="pres">
      <dgm:prSet presAssocID="{A3137ADB-0DBA-4434-8F40-95229BAC22A1}" presName="parTx" presStyleLbl="revTx" presStyleIdx="2" presStyleCnt="5">
        <dgm:presLayoutVars>
          <dgm:chMax val="0"/>
          <dgm:chPref val="0"/>
        </dgm:presLayoutVars>
      </dgm:prSet>
      <dgm:spPr/>
    </dgm:pt>
    <dgm:pt modelId="{13036F8B-33B6-49F4-902D-5FD299C880CB}" type="pres">
      <dgm:prSet presAssocID="{198E82C0-BD07-4A54-9897-7C3171673DB2}" presName="sibTrans" presStyleCnt="0"/>
      <dgm:spPr/>
    </dgm:pt>
    <dgm:pt modelId="{1173C84D-2ED5-4864-8EFE-0C1755144E20}" type="pres">
      <dgm:prSet presAssocID="{55DC6CC8-F1BC-496A-B9D8-961DBF38305F}" presName="compNode" presStyleCnt="0"/>
      <dgm:spPr/>
    </dgm:pt>
    <dgm:pt modelId="{99AD4D14-AB15-4C53-B9A8-7505064AEDF3}" type="pres">
      <dgm:prSet presAssocID="{55DC6CC8-F1BC-496A-B9D8-961DBF38305F}" presName="bgRect" presStyleLbl="bgShp" presStyleIdx="3" presStyleCnt="5"/>
      <dgm:spPr/>
    </dgm:pt>
    <dgm:pt modelId="{F3079752-3C68-4F64-9C36-2DCE7D248A49}" type="pres">
      <dgm:prSet presAssocID="{55DC6CC8-F1BC-496A-B9D8-961DBF38305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ufacturing"/>
        </a:ext>
      </dgm:extLst>
    </dgm:pt>
    <dgm:pt modelId="{1CCF5823-C6DF-4B0B-8AC1-C170D3D36969}" type="pres">
      <dgm:prSet presAssocID="{55DC6CC8-F1BC-496A-B9D8-961DBF38305F}" presName="spaceRect" presStyleCnt="0"/>
      <dgm:spPr/>
    </dgm:pt>
    <dgm:pt modelId="{6CA69B4E-9D09-4AE0-8847-2E1E6DEAC550}" type="pres">
      <dgm:prSet presAssocID="{55DC6CC8-F1BC-496A-B9D8-961DBF38305F}" presName="parTx" presStyleLbl="revTx" presStyleIdx="3" presStyleCnt="5">
        <dgm:presLayoutVars>
          <dgm:chMax val="0"/>
          <dgm:chPref val="0"/>
        </dgm:presLayoutVars>
      </dgm:prSet>
      <dgm:spPr/>
    </dgm:pt>
    <dgm:pt modelId="{5D431D62-8A8A-4DBB-AC08-69E733E8E932}" type="pres">
      <dgm:prSet presAssocID="{C480C8B0-3B5F-4399-A4D1-59DC675E00CD}" presName="sibTrans" presStyleCnt="0"/>
      <dgm:spPr/>
    </dgm:pt>
    <dgm:pt modelId="{2190C695-3487-4295-83A1-00E8BAD1C42C}" type="pres">
      <dgm:prSet presAssocID="{021CA944-FA06-453A-AFF3-83652DDD8F2E}" presName="compNode" presStyleCnt="0"/>
      <dgm:spPr/>
    </dgm:pt>
    <dgm:pt modelId="{B372DB10-6DED-4829-98C2-BD563699F530}" type="pres">
      <dgm:prSet presAssocID="{021CA944-FA06-453A-AFF3-83652DDD8F2E}" presName="bgRect" presStyleLbl="bgShp" presStyleIdx="4" presStyleCnt="5"/>
      <dgm:spPr/>
    </dgm:pt>
    <dgm:pt modelId="{7F643644-497D-45CD-BFE2-F4CE2D94B058}" type="pres">
      <dgm:prSet presAssocID="{021CA944-FA06-453A-AFF3-83652DDD8F2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87B53C43-93FF-41DC-A949-A0F2CBEE9F41}" type="pres">
      <dgm:prSet presAssocID="{021CA944-FA06-453A-AFF3-83652DDD8F2E}" presName="spaceRect" presStyleCnt="0"/>
      <dgm:spPr/>
    </dgm:pt>
    <dgm:pt modelId="{89842888-6F88-4E9C-AB47-3AC5D83E5F4B}" type="pres">
      <dgm:prSet presAssocID="{021CA944-FA06-453A-AFF3-83652DDD8F2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9BDAA3C-59F1-41C5-AA3F-65DE3CF9C8C4}" srcId="{84128182-8F19-46C3-B4C4-AF62B5B95147}" destId="{2F3CD009-6D5B-41CB-9BCA-0C15A48CC86A}" srcOrd="1" destOrd="0" parTransId="{617866F9-2A65-4148-B0A9-C1DDA809D3A0}" sibTransId="{60410092-6AC0-42A1-9267-C1CF84755B5B}"/>
    <dgm:cxn modelId="{603B444F-1FC8-4778-BAD4-46CCEAC09291}" srcId="{84128182-8F19-46C3-B4C4-AF62B5B95147}" destId="{55DC6CC8-F1BC-496A-B9D8-961DBF38305F}" srcOrd="3" destOrd="0" parTransId="{94D65234-FEC7-4AD9-A65A-2EB5B3EEAF73}" sibTransId="{C480C8B0-3B5F-4399-A4D1-59DC675E00CD}"/>
    <dgm:cxn modelId="{A8AD8C7D-991C-4419-A767-967032B528D4}" type="presOf" srcId="{84128182-8F19-46C3-B4C4-AF62B5B95147}" destId="{A6452E6E-A354-4E02-972A-038D77955020}" srcOrd="0" destOrd="0" presId="urn:microsoft.com/office/officeart/2018/2/layout/IconVerticalSolidList"/>
    <dgm:cxn modelId="{52AE429B-9EF2-4A63-92F9-1015EB2B650E}" type="presOf" srcId="{A3137ADB-0DBA-4434-8F40-95229BAC22A1}" destId="{B9DC174E-D61F-4E0C-BAC2-4329B54B4678}" srcOrd="0" destOrd="0" presId="urn:microsoft.com/office/officeart/2018/2/layout/IconVerticalSolidList"/>
    <dgm:cxn modelId="{47D2C79B-5415-421E-8BF3-0B154F6083EC}" type="presOf" srcId="{7290E19B-27F2-4C57-A8D4-275BB9F73350}" destId="{FFBCA4F5-6397-405F-8E2D-C0FE29532C98}" srcOrd="0" destOrd="0" presId="urn:microsoft.com/office/officeart/2018/2/layout/IconVerticalSolidList"/>
    <dgm:cxn modelId="{11A83EC1-A4AB-47E8-A11A-104AB4065A2D}" type="presOf" srcId="{021CA944-FA06-453A-AFF3-83652DDD8F2E}" destId="{89842888-6F88-4E9C-AB47-3AC5D83E5F4B}" srcOrd="0" destOrd="0" presId="urn:microsoft.com/office/officeart/2018/2/layout/IconVerticalSolidList"/>
    <dgm:cxn modelId="{08D4CFC2-26CB-44BB-9C13-886746FAF573}" srcId="{84128182-8F19-46C3-B4C4-AF62B5B95147}" destId="{7290E19B-27F2-4C57-A8D4-275BB9F73350}" srcOrd="0" destOrd="0" parTransId="{DD703EE7-D44C-4573-900B-6A190461ED9C}" sibTransId="{1F4802FF-E1C9-44E5-BC9B-01D32A28CBED}"/>
    <dgm:cxn modelId="{E0BF39CC-8E85-4F56-A6BC-E38CA3019236}" type="presOf" srcId="{55DC6CC8-F1BC-496A-B9D8-961DBF38305F}" destId="{6CA69B4E-9D09-4AE0-8847-2E1E6DEAC550}" srcOrd="0" destOrd="0" presId="urn:microsoft.com/office/officeart/2018/2/layout/IconVerticalSolidList"/>
    <dgm:cxn modelId="{242AB6CD-A826-48C1-90DD-02393A79F4BE}" srcId="{84128182-8F19-46C3-B4C4-AF62B5B95147}" destId="{A3137ADB-0DBA-4434-8F40-95229BAC22A1}" srcOrd="2" destOrd="0" parTransId="{75DBAE23-D981-43E3-A341-925A5876C313}" sibTransId="{198E82C0-BD07-4A54-9897-7C3171673DB2}"/>
    <dgm:cxn modelId="{7FA16CF2-FDB5-4B13-A84D-79B3D6481CE0}" srcId="{84128182-8F19-46C3-B4C4-AF62B5B95147}" destId="{021CA944-FA06-453A-AFF3-83652DDD8F2E}" srcOrd="4" destOrd="0" parTransId="{D247E938-AA3E-47BF-8481-845F275ED593}" sibTransId="{CB743A28-99CE-4604-90B9-72A2E4B33F6A}"/>
    <dgm:cxn modelId="{F1D1E9FB-1C54-4100-BAA9-4B0D742F0DBB}" type="presOf" srcId="{2F3CD009-6D5B-41CB-9BCA-0C15A48CC86A}" destId="{BBF570F9-A542-4085-B0ED-41E47166045A}" srcOrd="0" destOrd="0" presId="urn:microsoft.com/office/officeart/2018/2/layout/IconVerticalSolidList"/>
    <dgm:cxn modelId="{EADF8ECC-F1CC-4D9D-84BB-3224D1E52D1C}" type="presParOf" srcId="{A6452E6E-A354-4E02-972A-038D77955020}" destId="{D573F11A-9C1C-4ADD-B718-E29A5FA846C1}" srcOrd="0" destOrd="0" presId="urn:microsoft.com/office/officeart/2018/2/layout/IconVerticalSolidList"/>
    <dgm:cxn modelId="{FB07BC9D-7316-4C22-881E-460C27B00E2A}" type="presParOf" srcId="{D573F11A-9C1C-4ADD-B718-E29A5FA846C1}" destId="{B0F8C372-6957-42CE-8B4A-6149D692DEDD}" srcOrd="0" destOrd="0" presId="urn:microsoft.com/office/officeart/2018/2/layout/IconVerticalSolidList"/>
    <dgm:cxn modelId="{9C331467-A5A4-4E90-8AF5-CE7B6981CDCC}" type="presParOf" srcId="{D573F11A-9C1C-4ADD-B718-E29A5FA846C1}" destId="{978F7C97-44CC-4C9B-8B09-2F37748AAEAF}" srcOrd="1" destOrd="0" presId="urn:microsoft.com/office/officeart/2018/2/layout/IconVerticalSolidList"/>
    <dgm:cxn modelId="{6B9DC5FA-4013-4EC2-9E5E-682B41A85C5E}" type="presParOf" srcId="{D573F11A-9C1C-4ADD-B718-E29A5FA846C1}" destId="{790C3A23-E51A-4BD0-9AF2-2B7A8381910D}" srcOrd="2" destOrd="0" presId="urn:microsoft.com/office/officeart/2018/2/layout/IconVerticalSolidList"/>
    <dgm:cxn modelId="{87D8BB39-E747-4ECB-B13E-A763F8AB90F3}" type="presParOf" srcId="{D573F11A-9C1C-4ADD-B718-E29A5FA846C1}" destId="{FFBCA4F5-6397-405F-8E2D-C0FE29532C98}" srcOrd="3" destOrd="0" presId="urn:microsoft.com/office/officeart/2018/2/layout/IconVerticalSolidList"/>
    <dgm:cxn modelId="{3B12AE64-46DB-4B81-85B9-30EDAE801A9A}" type="presParOf" srcId="{A6452E6E-A354-4E02-972A-038D77955020}" destId="{8072D0F3-4E32-4847-94D4-ECB9310859F6}" srcOrd="1" destOrd="0" presId="urn:microsoft.com/office/officeart/2018/2/layout/IconVerticalSolidList"/>
    <dgm:cxn modelId="{16C47F4A-9863-4B4A-B254-226554CD615E}" type="presParOf" srcId="{A6452E6E-A354-4E02-972A-038D77955020}" destId="{5A85CB89-9F32-40C8-A426-FDB6C7441B2E}" srcOrd="2" destOrd="0" presId="urn:microsoft.com/office/officeart/2018/2/layout/IconVerticalSolidList"/>
    <dgm:cxn modelId="{6018726F-C0A5-4B85-8D02-EE8A25C2ECD8}" type="presParOf" srcId="{5A85CB89-9F32-40C8-A426-FDB6C7441B2E}" destId="{EEE06921-2121-4C1F-96C7-D96DD07B4574}" srcOrd="0" destOrd="0" presId="urn:microsoft.com/office/officeart/2018/2/layout/IconVerticalSolidList"/>
    <dgm:cxn modelId="{9D9E4ED7-4BE0-4A16-8AB0-539EB93A2D2D}" type="presParOf" srcId="{5A85CB89-9F32-40C8-A426-FDB6C7441B2E}" destId="{B04009AA-0ABF-4C7C-9EE1-7755B4650F00}" srcOrd="1" destOrd="0" presId="urn:microsoft.com/office/officeart/2018/2/layout/IconVerticalSolidList"/>
    <dgm:cxn modelId="{11AEE8BB-65AA-4DCA-9F95-32F5B8DB5F70}" type="presParOf" srcId="{5A85CB89-9F32-40C8-A426-FDB6C7441B2E}" destId="{B67C358D-3840-4E65-923E-DA5510B8F8A2}" srcOrd="2" destOrd="0" presId="urn:microsoft.com/office/officeart/2018/2/layout/IconVerticalSolidList"/>
    <dgm:cxn modelId="{266EDC2B-5BAB-4943-A422-69E8AE1F0363}" type="presParOf" srcId="{5A85CB89-9F32-40C8-A426-FDB6C7441B2E}" destId="{BBF570F9-A542-4085-B0ED-41E47166045A}" srcOrd="3" destOrd="0" presId="urn:microsoft.com/office/officeart/2018/2/layout/IconVerticalSolidList"/>
    <dgm:cxn modelId="{C3CD5E0A-434A-40B0-8FDF-731AC23D4197}" type="presParOf" srcId="{A6452E6E-A354-4E02-972A-038D77955020}" destId="{12C181C7-5BCC-4271-BC72-19114E3183B8}" srcOrd="3" destOrd="0" presId="urn:microsoft.com/office/officeart/2018/2/layout/IconVerticalSolidList"/>
    <dgm:cxn modelId="{2B8364E6-4E42-4A9E-A742-630383DCBB67}" type="presParOf" srcId="{A6452E6E-A354-4E02-972A-038D77955020}" destId="{558FB533-2219-4DED-9E45-BF79A6648CF3}" srcOrd="4" destOrd="0" presId="urn:microsoft.com/office/officeart/2018/2/layout/IconVerticalSolidList"/>
    <dgm:cxn modelId="{A3292FC5-D632-4A03-8137-7CA7327108E2}" type="presParOf" srcId="{558FB533-2219-4DED-9E45-BF79A6648CF3}" destId="{F6CFF511-DD6A-40B5-9A67-23E0025C025E}" srcOrd="0" destOrd="0" presId="urn:microsoft.com/office/officeart/2018/2/layout/IconVerticalSolidList"/>
    <dgm:cxn modelId="{3FC02C83-DD67-46C6-B5AB-F6EB31D14482}" type="presParOf" srcId="{558FB533-2219-4DED-9E45-BF79A6648CF3}" destId="{A2B2937E-8E9A-4308-BABE-5F5D6AB89954}" srcOrd="1" destOrd="0" presId="urn:microsoft.com/office/officeart/2018/2/layout/IconVerticalSolidList"/>
    <dgm:cxn modelId="{913535FE-50A7-40A5-9B1C-E6CE3C8B6E46}" type="presParOf" srcId="{558FB533-2219-4DED-9E45-BF79A6648CF3}" destId="{93C60CE7-63C0-4D67-BD5C-06E6E2570383}" srcOrd="2" destOrd="0" presId="urn:microsoft.com/office/officeart/2018/2/layout/IconVerticalSolidList"/>
    <dgm:cxn modelId="{863C9FAA-3769-48C9-91E9-652DF388E5D7}" type="presParOf" srcId="{558FB533-2219-4DED-9E45-BF79A6648CF3}" destId="{B9DC174E-D61F-4E0C-BAC2-4329B54B4678}" srcOrd="3" destOrd="0" presId="urn:microsoft.com/office/officeart/2018/2/layout/IconVerticalSolidList"/>
    <dgm:cxn modelId="{29F61C82-AD8D-4AD1-B49B-7251DB9F70DF}" type="presParOf" srcId="{A6452E6E-A354-4E02-972A-038D77955020}" destId="{13036F8B-33B6-49F4-902D-5FD299C880CB}" srcOrd="5" destOrd="0" presId="urn:microsoft.com/office/officeart/2018/2/layout/IconVerticalSolidList"/>
    <dgm:cxn modelId="{15488B01-DF6D-47E1-8C43-BF4D9892CFCE}" type="presParOf" srcId="{A6452E6E-A354-4E02-972A-038D77955020}" destId="{1173C84D-2ED5-4864-8EFE-0C1755144E20}" srcOrd="6" destOrd="0" presId="urn:microsoft.com/office/officeart/2018/2/layout/IconVerticalSolidList"/>
    <dgm:cxn modelId="{26E7DD5E-BB13-45E3-A8C1-D804E59CDF7B}" type="presParOf" srcId="{1173C84D-2ED5-4864-8EFE-0C1755144E20}" destId="{99AD4D14-AB15-4C53-B9A8-7505064AEDF3}" srcOrd="0" destOrd="0" presId="urn:microsoft.com/office/officeart/2018/2/layout/IconVerticalSolidList"/>
    <dgm:cxn modelId="{3D7B55B1-B3C6-403A-9F29-85CB5CA65F7A}" type="presParOf" srcId="{1173C84D-2ED5-4864-8EFE-0C1755144E20}" destId="{F3079752-3C68-4F64-9C36-2DCE7D248A49}" srcOrd="1" destOrd="0" presId="urn:microsoft.com/office/officeart/2018/2/layout/IconVerticalSolidList"/>
    <dgm:cxn modelId="{7613F7B5-4671-405E-8235-0019272450CD}" type="presParOf" srcId="{1173C84D-2ED5-4864-8EFE-0C1755144E20}" destId="{1CCF5823-C6DF-4B0B-8AC1-C170D3D36969}" srcOrd="2" destOrd="0" presId="urn:microsoft.com/office/officeart/2018/2/layout/IconVerticalSolidList"/>
    <dgm:cxn modelId="{18F84D0E-D521-49FE-B9F0-AE5AC5B5AAE6}" type="presParOf" srcId="{1173C84D-2ED5-4864-8EFE-0C1755144E20}" destId="{6CA69B4E-9D09-4AE0-8847-2E1E6DEAC550}" srcOrd="3" destOrd="0" presId="urn:microsoft.com/office/officeart/2018/2/layout/IconVerticalSolidList"/>
    <dgm:cxn modelId="{ADB1949A-8584-4150-AD55-CC880DBC5C91}" type="presParOf" srcId="{A6452E6E-A354-4E02-972A-038D77955020}" destId="{5D431D62-8A8A-4DBB-AC08-69E733E8E932}" srcOrd="7" destOrd="0" presId="urn:microsoft.com/office/officeart/2018/2/layout/IconVerticalSolidList"/>
    <dgm:cxn modelId="{445219C4-D3AB-4032-A120-43A5D2AF85CA}" type="presParOf" srcId="{A6452E6E-A354-4E02-972A-038D77955020}" destId="{2190C695-3487-4295-83A1-00E8BAD1C42C}" srcOrd="8" destOrd="0" presId="urn:microsoft.com/office/officeart/2018/2/layout/IconVerticalSolidList"/>
    <dgm:cxn modelId="{12554DE1-FC92-4A7C-975C-88EB0C425EF3}" type="presParOf" srcId="{2190C695-3487-4295-83A1-00E8BAD1C42C}" destId="{B372DB10-6DED-4829-98C2-BD563699F530}" srcOrd="0" destOrd="0" presId="urn:microsoft.com/office/officeart/2018/2/layout/IconVerticalSolidList"/>
    <dgm:cxn modelId="{C68AB5F3-AEB7-4E82-8F63-EF222BDADC56}" type="presParOf" srcId="{2190C695-3487-4295-83A1-00E8BAD1C42C}" destId="{7F643644-497D-45CD-BFE2-F4CE2D94B058}" srcOrd="1" destOrd="0" presId="urn:microsoft.com/office/officeart/2018/2/layout/IconVerticalSolidList"/>
    <dgm:cxn modelId="{0F89D6E0-0958-4024-96C3-927718BFAE9A}" type="presParOf" srcId="{2190C695-3487-4295-83A1-00E8BAD1C42C}" destId="{87B53C43-93FF-41DC-A949-A0F2CBEE9F41}" srcOrd="2" destOrd="0" presId="urn:microsoft.com/office/officeart/2018/2/layout/IconVerticalSolidList"/>
    <dgm:cxn modelId="{302D94FE-3CC7-4F02-80B2-FE114FA00B95}" type="presParOf" srcId="{2190C695-3487-4295-83A1-00E8BAD1C42C}" destId="{89842888-6F88-4E9C-AB47-3AC5D83E5F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574AA2-D15B-45E2-9961-21DB4F3D352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31F6B5-EB29-4E52-BE08-5F4DDCEA83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“Good product (quality)”</a:t>
          </a:r>
        </a:p>
        <a:p>
          <a:pPr>
            <a:lnSpc>
              <a:spcPct val="100000"/>
            </a:lnSpc>
          </a:pPr>
          <a:r>
            <a:rPr lang="en-US" dirty="0"/>
            <a:t>The table is made of good material.</a:t>
          </a:r>
        </a:p>
      </dgm:t>
    </dgm:pt>
    <dgm:pt modelId="{69255BE2-35E9-40AC-A2F5-BFB8F1CDF10E}" type="parTrans" cxnId="{6B937876-84C5-45A2-9B1D-3B23D24E3DD3}">
      <dgm:prSet/>
      <dgm:spPr/>
      <dgm:t>
        <a:bodyPr/>
        <a:lstStyle/>
        <a:p>
          <a:endParaRPr lang="en-US"/>
        </a:p>
      </dgm:t>
    </dgm:pt>
    <dgm:pt modelId="{BD0ADE40-BB44-4E82-BEC1-7A16B65355E3}" type="sibTrans" cxnId="{6B937876-84C5-45A2-9B1D-3B23D24E3DD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A27241A-9197-4814-AF4F-09AABD524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“I Can put it easily”</a:t>
          </a:r>
        </a:p>
        <a:p>
          <a:pPr>
            <a:lnSpc>
              <a:spcPct val="100000"/>
            </a:lnSpc>
          </a:pPr>
          <a:r>
            <a:rPr lang="en-US" dirty="0"/>
            <a:t> The table is easy to fix /install.</a:t>
          </a:r>
        </a:p>
      </dgm:t>
    </dgm:pt>
    <dgm:pt modelId="{D5C3AE43-1BB8-4666-9294-A1A66DF76DD0}" type="parTrans" cxnId="{81E44E96-CBF9-4317-8FC8-A5AB9C94D751}">
      <dgm:prSet/>
      <dgm:spPr/>
      <dgm:t>
        <a:bodyPr/>
        <a:lstStyle/>
        <a:p>
          <a:endParaRPr lang="en-US"/>
        </a:p>
      </dgm:t>
    </dgm:pt>
    <dgm:pt modelId="{6A2CD335-229C-464F-A9B4-15C0DBBAFD6D}" type="sibTrans" cxnId="{81E44E96-CBF9-4317-8FC8-A5AB9C94D7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7AB6AC-9D06-4C19-BB01-2E102AB872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“I can carry it easy”</a:t>
          </a:r>
        </a:p>
        <a:p>
          <a:pPr>
            <a:lnSpc>
              <a:spcPct val="100000"/>
            </a:lnSpc>
          </a:pPr>
          <a:r>
            <a:rPr lang="en-US" dirty="0"/>
            <a:t>The table is portable.</a:t>
          </a:r>
        </a:p>
      </dgm:t>
    </dgm:pt>
    <dgm:pt modelId="{174717E9-ECBB-4A3D-B0CF-404F6D30C33C}" type="parTrans" cxnId="{8EED52EF-2EB7-419E-A969-E941DEA2A5CF}">
      <dgm:prSet/>
      <dgm:spPr/>
      <dgm:t>
        <a:bodyPr/>
        <a:lstStyle/>
        <a:p>
          <a:endParaRPr lang="en-US"/>
        </a:p>
      </dgm:t>
    </dgm:pt>
    <dgm:pt modelId="{3F59CA7E-85FE-4E46-B729-B7254D47B632}" type="sibTrans" cxnId="{8EED52EF-2EB7-419E-A969-E941DEA2A5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314726-A429-455D-A711-26B327C6A9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“Not slippery”</a:t>
          </a:r>
        </a:p>
        <a:p>
          <a:pPr>
            <a:lnSpc>
              <a:spcPct val="100000"/>
            </a:lnSpc>
          </a:pPr>
          <a:r>
            <a:rPr lang="en-US" dirty="0"/>
            <a:t>The food grips on the table surface.</a:t>
          </a:r>
        </a:p>
      </dgm:t>
    </dgm:pt>
    <dgm:pt modelId="{77C8EC14-7E79-4345-867E-84698BD7CBFC}" type="parTrans" cxnId="{8E6B3FE1-C293-4682-B1C2-AF710EB23B49}">
      <dgm:prSet/>
      <dgm:spPr/>
      <dgm:t>
        <a:bodyPr/>
        <a:lstStyle/>
        <a:p>
          <a:endParaRPr lang="en-US"/>
        </a:p>
      </dgm:t>
    </dgm:pt>
    <dgm:pt modelId="{9FDC0E15-5955-477A-9F0B-31951A76F28D}" type="sibTrans" cxnId="{8E6B3FE1-C293-4682-B1C2-AF710EB23B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C9CA32-77F3-4604-B596-057FA1F48575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/>
            <a:t>“The table is large enough”</a:t>
          </a:r>
        </a:p>
        <a:p>
          <a:pPr algn="ctr">
            <a:lnSpc>
              <a:spcPct val="100000"/>
            </a:lnSpc>
          </a:pPr>
          <a:r>
            <a:rPr lang="en-US" dirty="0"/>
            <a:t>The table has large surface area</a:t>
          </a:r>
        </a:p>
      </dgm:t>
    </dgm:pt>
    <dgm:pt modelId="{C516C642-84EC-42C7-BB8C-AD06C5A037FE}" type="parTrans" cxnId="{5ABDB371-2338-41BA-BE4E-6EA022BA7BB4}">
      <dgm:prSet/>
      <dgm:spPr/>
      <dgm:t>
        <a:bodyPr/>
        <a:lstStyle/>
        <a:p>
          <a:endParaRPr lang="en-US"/>
        </a:p>
      </dgm:t>
    </dgm:pt>
    <dgm:pt modelId="{EEA49F41-D057-4D9B-AAE5-481C8908496F}" type="sibTrans" cxnId="{5ABDB371-2338-41BA-BE4E-6EA022BA7BB4}">
      <dgm:prSet/>
      <dgm:spPr/>
      <dgm:t>
        <a:bodyPr/>
        <a:lstStyle/>
        <a:p>
          <a:endParaRPr lang="en-US"/>
        </a:p>
      </dgm:t>
    </dgm:pt>
    <dgm:pt modelId="{68DDF3AB-7107-4942-AE79-D11C31FAE07F}" type="pres">
      <dgm:prSet presAssocID="{D2574AA2-D15B-45E2-9961-21DB4F3D3522}" presName="root" presStyleCnt="0">
        <dgm:presLayoutVars>
          <dgm:dir/>
          <dgm:resizeHandles val="exact"/>
        </dgm:presLayoutVars>
      </dgm:prSet>
      <dgm:spPr/>
    </dgm:pt>
    <dgm:pt modelId="{42E983F6-CAAD-4C13-AA0A-18D5E19E2342}" type="pres">
      <dgm:prSet presAssocID="{D2574AA2-D15B-45E2-9961-21DB4F3D3522}" presName="container" presStyleCnt="0">
        <dgm:presLayoutVars>
          <dgm:dir/>
          <dgm:resizeHandles val="exact"/>
        </dgm:presLayoutVars>
      </dgm:prSet>
      <dgm:spPr/>
    </dgm:pt>
    <dgm:pt modelId="{5B2EF393-75C5-4DFA-B599-48DACDFBEE31}" type="pres">
      <dgm:prSet presAssocID="{9731F6B5-EB29-4E52-BE08-5F4DDCEA8388}" presName="compNode" presStyleCnt="0"/>
      <dgm:spPr/>
    </dgm:pt>
    <dgm:pt modelId="{ACB40C04-A173-4705-9951-5DB5D865499F}" type="pres">
      <dgm:prSet presAssocID="{9731F6B5-EB29-4E52-BE08-5F4DDCEA8388}" presName="iconBgRect" presStyleLbl="bgShp" presStyleIdx="0" presStyleCnt="5"/>
      <dgm:spPr/>
    </dgm:pt>
    <dgm:pt modelId="{A2305618-42E5-4F4A-BFAD-7A25754C3420}" type="pres">
      <dgm:prSet presAssocID="{9731F6B5-EB29-4E52-BE08-5F4DDCEA838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D3437074-3F71-4058-A3EE-C7D2580E851A}" type="pres">
      <dgm:prSet presAssocID="{9731F6B5-EB29-4E52-BE08-5F4DDCEA8388}" presName="spaceRect" presStyleCnt="0"/>
      <dgm:spPr/>
    </dgm:pt>
    <dgm:pt modelId="{B9F48001-17CA-406C-8176-5EDE7B793F93}" type="pres">
      <dgm:prSet presAssocID="{9731F6B5-EB29-4E52-BE08-5F4DDCEA8388}" presName="textRect" presStyleLbl="revTx" presStyleIdx="0" presStyleCnt="5">
        <dgm:presLayoutVars>
          <dgm:chMax val="1"/>
          <dgm:chPref val="1"/>
        </dgm:presLayoutVars>
      </dgm:prSet>
      <dgm:spPr/>
    </dgm:pt>
    <dgm:pt modelId="{26B6B138-5588-45BE-BD10-94B5973D51F9}" type="pres">
      <dgm:prSet presAssocID="{BD0ADE40-BB44-4E82-BEC1-7A16B65355E3}" presName="sibTrans" presStyleLbl="sibTrans2D1" presStyleIdx="0" presStyleCnt="0"/>
      <dgm:spPr/>
    </dgm:pt>
    <dgm:pt modelId="{DEA2F6A9-F836-4984-9AFD-E08C87AAFFC6}" type="pres">
      <dgm:prSet presAssocID="{AA27241A-9197-4814-AF4F-09AABD524A0A}" presName="compNode" presStyleCnt="0"/>
      <dgm:spPr/>
    </dgm:pt>
    <dgm:pt modelId="{D395A78C-99A6-4C27-BD39-3CFA0F75E50D}" type="pres">
      <dgm:prSet presAssocID="{AA27241A-9197-4814-AF4F-09AABD524A0A}" presName="iconBgRect" presStyleLbl="bgShp" presStyleIdx="1" presStyleCnt="5"/>
      <dgm:spPr/>
    </dgm:pt>
    <dgm:pt modelId="{627684DA-2D05-4F1F-9690-9EF6AF648A00}" type="pres">
      <dgm:prSet presAssocID="{AA27241A-9197-4814-AF4F-09AABD524A0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CE14021-80D0-48BB-92DF-CFF1F9863523}" type="pres">
      <dgm:prSet presAssocID="{AA27241A-9197-4814-AF4F-09AABD524A0A}" presName="spaceRect" presStyleCnt="0"/>
      <dgm:spPr/>
    </dgm:pt>
    <dgm:pt modelId="{3D5B0724-ABB7-4A24-A87C-3695F6A4D9BF}" type="pres">
      <dgm:prSet presAssocID="{AA27241A-9197-4814-AF4F-09AABD524A0A}" presName="textRect" presStyleLbl="revTx" presStyleIdx="1" presStyleCnt="5">
        <dgm:presLayoutVars>
          <dgm:chMax val="1"/>
          <dgm:chPref val="1"/>
        </dgm:presLayoutVars>
      </dgm:prSet>
      <dgm:spPr/>
    </dgm:pt>
    <dgm:pt modelId="{8657CB87-8F29-41F5-BC15-D8AD41098307}" type="pres">
      <dgm:prSet presAssocID="{6A2CD335-229C-464F-A9B4-15C0DBBAFD6D}" presName="sibTrans" presStyleLbl="sibTrans2D1" presStyleIdx="0" presStyleCnt="0"/>
      <dgm:spPr/>
    </dgm:pt>
    <dgm:pt modelId="{1D03C4C4-4EE0-4153-B868-9DD17FAC752F}" type="pres">
      <dgm:prSet presAssocID="{D97AB6AC-9D06-4C19-BB01-2E102AB87276}" presName="compNode" presStyleCnt="0"/>
      <dgm:spPr/>
    </dgm:pt>
    <dgm:pt modelId="{316AE414-FC5F-4AFA-A455-243BF29C9537}" type="pres">
      <dgm:prSet presAssocID="{D97AB6AC-9D06-4C19-BB01-2E102AB87276}" presName="iconBgRect" presStyleLbl="bgShp" presStyleIdx="2" presStyleCnt="5"/>
      <dgm:spPr/>
    </dgm:pt>
    <dgm:pt modelId="{D6630EE0-FC62-4583-9312-714A37121AED}" type="pres">
      <dgm:prSet presAssocID="{D97AB6AC-9D06-4C19-BB01-2E102AB8727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cnic Table"/>
        </a:ext>
      </dgm:extLst>
    </dgm:pt>
    <dgm:pt modelId="{F9B2789B-23A5-4201-98C2-6C495D34AF5F}" type="pres">
      <dgm:prSet presAssocID="{D97AB6AC-9D06-4C19-BB01-2E102AB87276}" presName="spaceRect" presStyleCnt="0"/>
      <dgm:spPr/>
    </dgm:pt>
    <dgm:pt modelId="{1C3EFE86-A3BF-4AF0-9DC1-BC41DF7BBF52}" type="pres">
      <dgm:prSet presAssocID="{D97AB6AC-9D06-4C19-BB01-2E102AB87276}" presName="textRect" presStyleLbl="revTx" presStyleIdx="2" presStyleCnt="5">
        <dgm:presLayoutVars>
          <dgm:chMax val="1"/>
          <dgm:chPref val="1"/>
        </dgm:presLayoutVars>
      </dgm:prSet>
      <dgm:spPr/>
    </dgm:pt>
    <dgm:pt modelId="{F799231F-C82B-4E93-B24F-087A79F042B1}" type="pres">
      <dgm:prSet presAssocID="{3F59CA7E-85FE-4E46-B729-B7254D47B632}" presName="sibTrans" presStyleLbl="sibTrans2D1" presStyleIdx="0" presStyleCnt="0"/>
      <dgm:spPr/>
    </dgm:pt>
    <dgm:pt modelId="{B8527B78-A5D7-4BE1-A32C-070997B98BB3}" type="pres">
      <dgm:prSet presAssocID="{D0314726-A429-455D-A711-26B327C6A962}" presName="compNode" presStyleCnt="0"/>
      <dgm:spPr/>
    </dgm:pt>
    <dgm:pt modelId="{514A8927-A6B6-4590-BDFC-3012A7588A62}" type="pres">
      <dgm:prSet presAssocID="{D0314726-A429-455D-A711-26B327C6A962}" presName="iconBgRect" presStyleLbl="bgShp" presStyleIdx="3" presStyleCnt="5"/>
      <dgm:spPr/>
    </dgm:pt>
    <dgm:pt modelId="{748DA817-4A60-4EC1-9A84-C9EECCCC1D6D}" type="pres">
      <dgm:prSet presAssocID="{D0314726-A429-455D-A711-26B327C6A96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AEA96C11-48B7-4D4A-A618-86A17F36451F}" type="pres">
      <dgm:prSet presAssocID="{D0314726-A429-455D-A711-26B327C6A962}" presName="spaceRect" presStyleCnt="0"/>
      <dgm:spPr/>
    </dgm:pt>
    <dgm:pt modelId="{C5ED1991-41B9-4F2B-BF2B-F0BE62E6E023}" type="pres">
      <dgm:prSet presAssocID="{D0314726-A429-455D-A711-26B327C6A962}" presName="textRect" presStyleLbl="revTx" presStyleIdx="3" presStyleCnt="5">
        <dgm:presLayoutVars>
          <dgm:chMax val="1"/>
          <dgm:chPref val="1"/>
        </dgm:presLayoutVars>
      </dgm:prSet>
      <dgm:spPr/>
    </dgm:pt>
    <dgm:pt modelId="{0755B01E-3A36-48BA-89C1-3F8A4D54C08A}" type="pres">
      <dgm:prSet presAssocID="{9FDC0E15-5955-477A-9F0B-31951A76F28D}" presName="sibTrans" presStyleLbl="sibTrans2D1" presStyleIdx="0" presStyleCnt="0"/>
      <dgm:spPr/>
    </dgm:pt>
    <dgm:pt modelId="{EBE28FAD-2431-4A20-AE67-FFC2C7DA51F4}" type="pres">
      <dgm:prSet presAssocID="{B1C9CA32-77F3-4604-B596-057FA1F48575}" presName="compNode" presStyleCnt="0"/>
      <dgm:spPr/>
    </dgm:pt>
    <dgm:pt modelId="{7780A9A9-97EA-4652-8233-FDBD3E5E9C14}" type="pres">
      <dgm:prSet presAssocID="{B1C9CA32-77F3-4604-B596-057FA1F48575}" presName="iconBgRect" presStyleLbl="bgShp" presStyleIdx="4" presStyleCnt="5" custLinFactX="18161" custLinFactNeighborX="100000" custLinFactNeighborY="-6752"/>
      <dgm:spPr/>
    </dgm:pt>
    <dgm:pt modelId="{F1888F5A-F632-45CC-B6E9-0D6438A539B3}" type="pres">
      <dgm:prSet presAssocID="{B1C9CA32-77F3-4604-B596-057FA1F48575}" presName="iconRect" presStyleLbl="node1" presStyleIdx="4" presStyleCnt="5" custLinFactX="100000" custLinFactNeighborX="102271" custLinFactNeighborY="-727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ress Book with solid fill"/>
        </a:ext>
      </dgm:extLst>
    </dgm:pt>
    <dgm:pt modelId="{80279559-039A-4337-9420-5823368355BC}" type="pres">
      <dgm:prSet presAssocID="{B1C9CA32-77F3-4604-B596-057FA1F48575}" presName="spaceRect" presStyleCnt="0"/>
      <dgm:spPr/>
    </dgm:pt>
    <dgm:pt modelId="{060CAC88-2C21-4F0F-911D-08D7618EDD5C}" type="pres">
      <dgm:prSet presAssocID="{B1C9CA32-77F3-4604-B596-057FA1F48575}" presName="textRect" presStyleLbl="revTx" presStyleIdx="4" presStyleCnt="5" custScaleX="168713" custLinFactNeighborX="58576" custLinFactNeighborY="-7596">
        <dgm:presLayoutVars>
          <dgm:chMax val="1"/>
          <dgm:chPref val="1"/>
        </dgm:presLayoutVars>
      </dgm:prSet>
      <dgm:spPr/>
    </dgm:pt>
  </dgm:ptLst>
  <dgm:cxnLst>
    <dgm:cxn modelId="{71623A3F-A436-452F-BC28-E0D2C3BD5F10}" type="presOf" srcId="{BD0ADE40-BB44-4E82-BEC1-7A16B65355E3}" destId="{26B6B138-5588-45BE-BD10-94B5973D51F9}" srcOrd="0" destOrd="0" presId="urn:microsoft.com/office/officeart/2018/2/layout/IconCircleList"/>
    <dgm:cxn modelId="{D2745648-820E-4CF2-9BFE-866B787C6CBC}" type="presOf" srcId="{D2574AA2-D15B-45E2-9961-21DB4F3D3522}" destId="{68DDF3AB-7107-4942-AE79-D11C31FAE07F}" srcOrd="0" destOrd="0" presId="urn:microsoft.com/office/officeart/2018/2/layout/IconCircleList"/>
    <dgm:cxn modelId="{5ABDB371-2338-41BA-BE4E-6EA022BA7BB4}" srcId="{D2574AA2-D15B-45E2-9961-21DB4F3D3522}" destId="{B1C9CA32-77F3-4604-B596-057FA1F48575}" srcOrd="4" destOrd="0" parTransId="{C516C642-84EC-42C7-BB8C-AD06C5A037FE}" sibTransId="{EEA49F41-D057-4D9B-AAE5-481C8908496F}"/>
    <dgm:cxn modelId="{6B937876-84C5-45A2-9B1D-3B23D24E3DD3}" srcId="{D2574AA2-D15B-45E2-9961-21DB4F3D3522}" destId="{9731F6B5-EB29-4E52-BE08-5F4DDCEA8388}" srcOrd="0" destOrd="0" parTransId="{69255BE2-35E9-40AC-A2F5-BFB8F1CDF10E}" sibTransId="{BD0ADE40-BB44-4E82-BEC1-7A16B65355E3}"/>
    <dgm:cxn modelId="{96176F95-52C9-4630-A4D1-D8236C6A2A0E}" type="presOf" srcId="{AA27241A-9197-4814-AF4F-09AABD524A0A}" destId="{3D5B0724-ABB7-4A24-A87C-3695F6A4D9BF}" srcOrd="0" destOrd="0" presId="urn:microsoft.com/office/officeart/2018/2/layout/IconCircleList"/>
    <dgm:cxn modelId="{81E44E96-CBF9-4317-8FC8-A5AB9C94D751}" srcId="{D2574AA2-D15B-45E2-9961-21DB4F3D3522}" destId="{AA27241A-9197-4814-AF4F-09AABD524A0A}" srcOrd="1" destOrd="0" parTransId="{D5C3AE43-1BB8-4666-9294-A1A66DF76DD0}" sibTransId="{6A2CD335-229C-464F-A9B4-15C0DBBAFD6D}"/>
    <dgm:cxn modelId="{BB95C9C6-3482-4132-BADD-A15A777583B3}" type="presOf" srcId="{B1C9CA32-77F3-4604-B596-057FA1F48575}" destId="{060CAC88-2C21-4F0F-911D-08D7618EDD5C}" srcOrd="0" destOrd="0" presId="urn:microsoft.com/office/officeart/2018/2/layout/IconCircleList"/>
    <dgm:cxn modelId="{708B9CDF-A7BF-468E-BEBA-628204BA0B4C}" type="presOf" srcId="{6A2CD335-229C-464F-A9B4-15C0DBBAFD6D}" destId="{8657CB87-8F29-41F5-BC15-D8AD41098307}" srcOrd="0" destOrd="0" presId="urn:microsoft.com/office/officeart/2018/2/layout/IconCircleList"/>
    <dgm:cxn modelId="{8E6B3FE1-C293-4682-B1C2-AF710EB23B49}" srcId="{D2574AA2-D15B-45E2-9961-21DB4F3D3522}" destId="{D0314726-A429-455D-A711-26B327C6A962}" srcOrd="3" destOrd="0" parTransId="{77C8EC14-7E79-4345-867E-84698BD7CBFC}" sibTransId="{9FDC0E15-5955-477A-9F0B-31951A76F28D}"/>
    <dgm:cxn modelId="{8DC038E2-DA93-4923-A4E1-5C21E14979F8}" type="presOf" srcId="{D0314726-A429-455D-A711-26B327C6A962}" destId="{C5ED1991-41B9-4F2B-BF2B-F0BE62E6E023}" srcOrd="0" destOrd="0" presId="urn:microsoft.com/office/officeart/2018/2/layout/IconCircleList"/>
    <dgm:cxn modelId="{90399AE4-7A1F-4AAF-B141-F711FAE27510}" type="presOf" srcId="{3F59CA7E-85FE-4E46-B729-B7254D47B632}" destId="{F799231F-C82B-4E93-B24F-087A79F042B1}" srcOrd="0" destOrd="0" presId="urn:microsoft.com/office/officeart/2018/2/layout/IconCircleList"/>
    <dgm:cxn modelId="{2F4478E6-FE19-476A-9BCA-1C23606F29DF}" type="presOf" srcId="{D97AB6AC-9D06-4C19-BB01-2E102AB87276}" destId="{1C3EFE86-A3BF-4AF0-9DC1-BC41DF7BBF52}" srcOrd="0" destOrd="0" presId="urn:microsoft.com/office/officeart/2018/2/layout/IconCircleList"/>
    <dgm:cxn modelId="{3C5255E7-BFE3-449A-A7AA-E304C8412397}" type="presOf" srcId="{9731F6B5-EB29-4E52-BE08-5F4DDCEA8388}" destId="{B9F48001-17CA-406C-8176-5EDE7B793F93}" srcOrd="0" destOrd="0" presId="urn:microsoft.com/office/officeart/2018/2/layout/IconCircleList"/>
    <dgm:cxn modelId="{8EED52EF-2EB7-419E-A969-E941DEA2A5CF}" srcId="{D2574AA2-D15B-45E2-9961-21DB4F3D3522}" destId="{D97AB6AC-9D06-4C19-BB01-2E102AB87276}" srcOrd="2" destOrd="0" parTransId="{174717E9-ECBB-4A3D-B0CF-404F6D30C33C}" sibTransId="{3F59CA7E-85FE-4E46-B729-B7254D47B632}"/>
    <dgm:cxn modelId="{292F9FF2-EC26-432F-A2E2-E415ABE6FFE8}" type="presOf" srcId="{9FDC0E15-5955-477A-9F0B-31951A76F28D}" destId="{0755B01E-3A36-48BA-89C1-3F8A4D54C08A}" srcOrd="0" destOrd="0" presId="urn:microsoft.com/office/officeart/2018/2/layout/IconCircleList"/>
    <dgm:cxn modelId="{B28B76BC-79E1-48EC-AB49-C66FE7400307}" type="presParOf" srcId="{68DDF3AB-7107-4942-AE79-D11C31FAE07F}" destId="{42E983F6-CAAD-4C13-AA0A-18D5E19E2342}" srcOrd="0" destOrd="0" presId="urn:microsoft.com/office/officeart/2018/2/layout/IconCircleList"/>
    <dgm:cxn modelId="{27C7CFD2-7E3D-402C-985B-B78D1DB09391}" type="presParOf" srcId="{42E983F6-CAAD-4C13-AA0A-18D5E19E2342}" destId="{5B2EF393-75C5-4DFA-B599-48DACDFBEE31}" srcOrd="0" destOrd="0" presId="urn:microsoft.com/office/officeart/2018/2/layout/IconCircleList"/>
    <dgm:cxn modelId="{6967A587-06F4-4FF3-9FE6-52E5DC9384CC}" type="presParOf" srcId="{5B2EF393-75C5-4DFA-B599-48DACDFBEE31}" destId="{ACB40C04-A173-4705-9951-5DB5D865499F}" srcOrd="0" destOrd="0" presId="urn:microsoft.com/office/officeart/2018/2/layout/IconCircleList"/>
    <dgm:cxn modelId="{EBDEE1CD-22FE-4E54-80C4-E321DCCC6E5F}" type="presParOf" srcId="{5B2EF393-75C5-4DFA-B599-48DACDFBEE31}" destId="{A2305618-42E5-4F4A-BFAD-7A25754C3420}" srcOrd="1" destOrd="0" presId="urn:microsoft.com/office/officeart/2018/2/layout/IconCircleList"/>
    <dgm:cxn modelId="{1DC8B3EA-B339-4739-AAA2-B90333E9B79E}" type="presParOf" srcId="{5B2EF393-75C5-4DFA-B599-48DACDFBEE31}" destId="{D3437074-3F71-4058-A3EE-C7D2580E851A}" srcOrd="2" destOrd="0" presId="urn:microsoft.com/office/officeart/2018/2/layout/IconCircleList"/>
    <dgm:cxn modelId="{ACF345C6-0B0F-4C19-8F63-4DF58B3A033D}" type="presParOf" srcId="{5B2EF393-75C5-4DFA-B599-48DACDFBEE31}" destId="{B9F48001-17CA-406C-8176-5EDE7B793F93}" srcOrd="3" destOrd="0" presId="urn:microsoft.com/office/officeart/2018/2/layout/IconCircleList"/>
    <dgm:cxn modelId="{42E8D6F4-83D3-458C-8BD2-1B7598C851F3}" type="presParOf" srcId="{42E983F6-CAAD-4C13-AA0A-18D5E19E2342}" destId="{26B6B138-5588-45BE-BD10-94B5973D51F9}" srcOrd="1" destOrd="0" presId="urn:microsoft.com/office/officeart/2018/2/layout/IconCircleList"/>
    <dgm:cxn modelId="{A6004AAC-6BB6-403D-90A3-A1E72DEAF311}" type="presParOf" srcId="{42E983F6-CAAD-4C13-AA0A-18D5E19E2342}" destId="{DEA2F6A9-F836-4984-9AFD-E08C87AAFFC6}" srcOrd="2" destOrd="0" presId="urn:microsoft.com/office/officeart/2018/2/layout/IconCircleList"/>
    <dgm:cxn modelId="{9F042A63-9E8F-4345-8045-4FFFEBC909F8}" type="presParOf" srcId="{DEA2F6A9-F836-4984-9AFD-E08C87AAFFC6}" destId="{D395A78C-99A6-4C27-BD39-3CFA0F75E50D}" srcOrd="0" destOrd="0" presId="urn:microsoft.com/office/officeart/2018/2/layout/IconCircleList"/>
    <dgm:cxn modelId="{6BFBEEA3-2FDD-4D69-8FD2-6F0DABB716E8}" type="presParOf" srcId="{DEA2F6A9-F836-4984-9AFD-E08C87AAFFC6}" destId="{627684DA-2D05-4F1F-9690-9EF6AF648A00}" srcOrd="1" destOrd="0" presId="urn:microsoft.com/office/officeart/2018/2/layout/IconCircleList"/>
    <dgm:cxn modelId="{CD787346-DBF5-49FA-B4F1-F9692A46F3A4}" type="presParOf" srcId="{DEA2F6A9-F836-4984-9AFD-E08C87AAFFC6}" destId="{0CE14021-80D0-48BB-92DF-CFF1F9863523}" srcOrd="2" destOrd="0" presId="urn:microsoft.com/office/officeart/2018/2/layout/IconCircleList"/>
    <dgm:cxn modelId="{B7DC7788-8CEC-4062-A90D-4BC7AD0AE624}" type="presParOf" srcId="{DEA2F6A9-F836-4984-9AFD-E08C87AAFFC6}" destId="{3D5B0724-ABB7-4A24-A87C-3695F6A4D9BF}" srcOrd="3" destOrd="0" presId="urn:microsoft.com/office/officeart/2018/2/layout/IconCircleList"/>
    <dgm:cxn modelId="{62A9A911-3707-4C4E-881F-37C1C8F9D5D9}" type="presParOf" srcId="{42E983F6-CAAD-4C13-AA0A-18D5E19E2342}" destId="{8657CB87-8F29-41F5-BC15-D8AD41098307}" srcOrd="3" destOrd="0" presId="urn:microsoft.com/office/officeart/2018/2/layout/IconCircleList"/>
    <dgm:cxn modelId="{CBE2220E-F582-4E1B-A1A7-11988C1FF20D}" type="presParOf" srcId="{42E983F6-CAAD-4C13-AA0A-18D5E19E2342}" destId="{1D03C4C4-4EE0-4153-B868-9DD17FAC752F}" srcOrd="4" destOrd="0" presId="urn:microsoft.com/office/officeart/2018/2/layout/IconCircleList"/>
    <dgm:cxn modelId="{058C94AE-2923-4294-A634-4BB399B95FE9}" type="presParOf" srcId="{1D03C4C4-4EE0-4153-B868-9DD17FAC752F}" destId="{316AE414-FC5F-4AFA-A455-243BF29C9537}" srcOrd="0" destOrd="0" presId="urn:microsoft.com/office/officeart/2018/2/layout/IconCircleList"/>
    <dgm:cxn modelId="{FEAF2949-E889-4EFF-A145-62088E076D06}" type="presParOf" srcId="{1D03C4C4-4EE0-4153-B868-9DD17FAC752F}" destId="{D6630EE0-FC62-4583-9312-714A37121AED}" srcOrd="1" destOrd="0" presId="urn:microsoft.com/office/officeart/2018/2/layout/IconCircleList"/>
    <dgm:cxn modelId="{770F254D-BA82-493B-B7C4-749FA457D62E}" type="presParOf" srcId="{1D03C4C4-4EE0-4153-B868-9DD17FAC752F}" destId="{F9B2789B-23A5-4201-98C2-6C495D34AF5F}" srcOrd="2" destOrd="0" presId="urn:microsoft.com/office/officeart/2018/2/layout/IconCircleList"/>
    <dgm:cxn modelId="{1976C588-9090-4D3D-B56C-53F2686C469E}" type="presParOf" srcId="{1D03C4C4-4EE0-4153-B868-9DD17FAC752F}" destId="{1C3EFE86-A3BF-4AF0-9DC1-BC41DF7BBF52}" srcOrd="3" destOrd="0" presId="urn:microsoft.com/office/officeart/2018/2/layout/IconCircleList"/>
    <dgm:cxn modelId="{3232871A-2CC7-4B92-AD54-4977163E25AE}" type="presParOf" srcId="{42E983F6-CAAD-4C13-AA0A-18D5E19E2342}" destId="{F799231F-C82B-4E93-B24F-087A79F042B1}" srcOrd="5" destOrd="0" presId="urn:microsoft.com/office/officeart/2018/2/layout/IconCircleList"/>
    <dgm:cxn modelId="{AEEA0731-CCEC-4B23-96DC-F69422571285}" type="presParOf" srcId="{42E983F6-CAAD-4C13-AA0A-18D5E19E2342}" destId="{B8527B78-A5D7-4BE1-A32C-070997B98BB3}" srcOrd="6" destOrd="0" presId="urn:microsoft.com/office/officeart/2018/2/layout/IconCircleList"/>
    <dgm:cxn modelId="{FCDE3415-C580-4DC3-8632-E9FFE0225323}" type="presParOf" srcId="{B8527B78-A5D7-4BE1-A32C-070997B98BB3}" destId="{514A8927-A6B6-4590-BDFC-3012A7588A62}" srcOrd="0" destOrd="0" presId="urn:microsoft.com/office/officeart/2018/2/layout/IconCircleList"/>
    <dgm:cxn modelId="{B8A02C2F-3776-4C98-93DC-2B5979E8888D}" type="presParOf" srcId="{B8527B78-A5D7-4BE1-A32C-070997B98BB3}" destId="{748DA817-4A60-4EC1-9A84-C9EECCCC1D6D}" srcOrd="1" destOrd="0" presId="urn:microsoft.com/office/officeart/2018/2/layout/IconCircleList"/>
    <dgm:cxn modelId="{1198E6CA-3FB6-4E01-8635-12276BE52040}" type="presParOf" srcId="{B8527B78-A5D7-4BE1-A32C-070997B98BB3}" destId="{AEA96C11-48B7-4D4A-A618-86A17F36451F}" srcOrd="2" destOrd="0" presId="urn:microsoft.com/office/officeart/2018/2/layout/IconCircleList"/>
    <dgm:cxn modelId="{6B291128-66C7-4380-A164-2F5E19C8A795}" type="presParOf" srcId="{B8527B78-A5D7-4BE1-A32C-070997B98BB3}" destId="{C5ED1991-41B9-4F2B-BF2B-F0BE62E6E023}" srcOrd="3" destOrd="0" presId="urn:microsoft.com/office/officeart/2018/2/layout/IconCircleList"/>
    <dgm:cxn modelId="{BF064F18-458D-438B-B8D0-35CB1D66CA4A}" type="presParOf" srcId="{42E983F6-CAAD-4C13-AA0A-18D5E19E2342}" destId="{0755B01E-3A36-48BA-89C1-3F8A4D54C08A}" srcOrd="7" destOrd="0" presId="urn:microsoft.com/office/officeart/2018/2/layout/IconCircleList"/>
    <dgm:cxn modelId="{F985E474-4BE1-4D3C-BAED-EE8C4D2DB2E4}" type="presParOf" srcId="{42E983F6-CAAD-4C13-AA0A-18D5E19E2342}" destId="{EBE28FAD-2431-4A20-AE67-FFC2C7DA51F4}" srcOrd="8" destOrd="0" presId="urn:microsoft.com/office/officeart/2018/2/layout/IconCircleList"/>
    <dgm:cxn modelId="{312F795A-7B58-4034-89E3-90307EDB80FB}" type="presParOf" srcId="{EBE28FAD-2431-4A20-AE67-FFC2C7DA51F4}" destId="{7780A9A9-97EA-4652-8233-FDBD3E5E9C14}" srcOrd="0" destOrd="0" presId="urn:microsoft.com/office/officeart/2018/2/layout/IconCircleList"/>
    <dgm:cxn modelId="{70672C44-3488-4B54-80DB-6B9966BD6B39}" type="presParOf" srcId="{EBE28FAD-2431-4A20-AE67-FFC2C7DA51F4}" destId="{F1888F5A-F632-45CC-B6E9-0D6438A539B3}" srcOrd="1" destOrd="0" presId="urn:microsoft.com/office/officeart/2018/2/layout/IconCircleList"/>
    <dgm:cxn modelId="{4D3F79C9-E187-48F3-81F0-D2AFEFA33D58}" type="presParOf" srcId="{EBE28FAD-2431-4A20-AE67-FFC2C7DA51F4}" destId="{80279559-039A-4337-9420-5823368355BC}" srcOrd="2" destOrd="0" presId="urn:microsoft.com/office/officeart/2018/2/layout/IconCircleList"/>
    <dgm:cxn modelId="{A1BDBBEA-F196-43C3-8959-2D7CAC18C0DF}" type="presParOf" srcId="{EBE28FAD-2431-4A20-AE67-FFC2C7DA51F4}" destId="{060CAC88-2C21-4F0F-911D-08D7618EDD5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D5CD9B-63D6-4A64-AC06-A7849D25583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D4CC1C-55BE-4728-94FD-CD9A1A4DDF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volume of the table</a:t>
          </a:r>
        </a:p>
      </dgm:t>
    </dgm:pt>
    <dgm:pt modelId="{BC25CFB3-43CD-4BB6-BEAB-E6FC537325EB}" type="parTrans" cxnId="{5546491B-2A09-4A6F-91EB-3DEAF7DDADD8}">
      <dgm:prSet/>
      <dgm:spPr/>
      <dgm:t>
        <a:bodyPr/>
        <a:lstStyle/>
        <a:p>
          <a:endParaRPr lang="en-US"/>
        </a:p>
      </dgm:t>
    </dgm:pt>
    <dgm:pt modelId="{5C9A49BA-4F5C-48EA-8F02-B32C9A8CFF4C}" type="sibTrans" cxnId="{5546491B-2A09-4A6F-91EB-3DEAF7DDADD8}">
      <dgm:prSet/>
      <dgm:spPr/>
      <dgm:t>
        <a:bodyPr/>
        <a:lstStyle/>
        <a:p>
          <a:endParaRPr lang="en-US"/>
        </a:p>
      </dgm:t>
    </dgm:pt>
    <dgm:pt modelId="{5A3261DB-C4DE-467A-A718-547F61AC66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Time to remove and install</a:t>
          </a:r>
        </a:p>
      </dgm:t>
    </dgm:pt>
    <dgm:pt modelId="{33ED5C58-D072-4A3E-B471-5746F42EE97E}" type="parTrans" cxnId="{71E93EDB-1238-4D0F-8DD6-E18F00EDCC1E}">
      <dgm:prSet/>
      <dgm:spPr/>
      <dgm:t>
        <a:bodyPr/>
        <a:lstStyle/>
        <a:p>
          <a:endParaRPr lang="en-US"/>
        </a:p>
      </dgm:t>
    </dgm:pt>
    <dgm:pt modelId="{0AF0AD36-DAEE-4F24-8316-5E4E4F27AFD8}" type="sibTrans" cxnId="{71E93EDB-1238-4D0F-8DD6-E18F00EDCC1E}">
      <dgm:prSet/>
      <dgm:spPr/>
      <dgm:t>
        <a:bodyPr/>
        <a:lstStyle/>
        <a:p>
          <a:endParaRPr lang="en-US"/>
        </a:p>
      </dgm:t>
    </dgm:pt>
    <dgm:pt modelId="{CAAF6780-41FD-4DF3-A2E0-5B09BE7E6A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 Table can be carried easily after usage directly.</a:t>
          </a:r>
        </a:p>
      </dgm:t>
    </dgm:pt>
    <dgm:pt modelId="{227345A9-7843-42AA-9655-876805FFD0A7}" type="parTrans" cxnId="{4F34D56C-DFBD-4DAF-8011-EF504AB66786}">
      <dgm:prSet/>
      <dgm:spPr/>
      <dgm:t>
        <a:bodyPr/>
        <a:lstStyle/>
        <a:p>
          <a:endParaRPr lang="en-US"/>
        </a:p>
      </dgm:t>
    </dgm:pt>
    <dgm:pt modelId="{F229BAD1-1513-4966-9550-D6086295EE22}" type="sibTrans" cxnId="{4F34D56C-DFBD-4DAF-8011-EF504AB66786}">
      <dgm:prSet/>
      <dgm:spPr/>
      <dgm:t>
        <a:bodyPr/>
        <a:lstStyle/>
        <a:p>
          <a:endParaRPr lang="en-US"/>
        </a:p>
      </dgm:t>
    </dgm:pt>
    <dgm:pt modelId="{2E995A15-BFA6-4898-9634-D4A39B260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 Table can be cleaned easily.</a:t>
          </a:r>
        </a:p>
      </dgm:t>
    </dgm:pt>
    <dgm:pt modelId="{F5EA63CC-B7C4-4361-8FAE-C84F30C3A397}" type="parTrans" cxnId="{1D35D6D1-FC1B-4C88-BF23-2A0AB67BFF56}">
      <dgm:prSet/>
      <dgm:spPr/>
      <dgm:t>
        <a:bodyPr/>
        <a:lstStyle/>
        <a:p>
          <a:endParaRPr lang="en-US"/>
        </a:p>
      </dgm:t>
    </dgm:pt>
    <dgm:pt modelId="{846A55E7-2D4D-4017-A7E5-E0BE5A5F8AA9}" type="sibTrans" cxnId="{1D35D6D1-FC1B-4C88-BF23-2A0AB67BFF56}">
      <dgm:prSet/>
      <dgm:spPr/>
      <dgm:t>
        <a:bodyPr/>
        <a:lstStyle/>
        <a:p>
          <a:endParaRPr lang="en-US"/>
        </a:p>
      </dgm:t>
    </dgm:pt>
    <dgm:pt modelId="{5036AA9C-53F1-430F-8D32-8461E106DC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Surface area.</a:t>
          </a:r>
        </a:p>
      </dgm:t>
    </dgm:pt>
    <dgm:pt modelId="{5FC890C3-2DBD-41D8-839B-CF1E6565BBC8}" type="parTrans" cxnId="{CC78A7D7-18DD-4A11-A90E-DD50A5A1A5F5}">
      <dgm:prSet/>
      <dgm:spPr/>
      <dgm:t>
        <a:bodyPr/>
        <a:lstStyle/>
        <a:p>
          <a:endParaRPr lang="en-US"/>
        </a:p>
      </dgm:t>
    </dgm:pt>
    <dgm:pt modelId="{96FFCFA8-DAB4-4DB8-A45D-9CEEFFAC63A0}" type="sibTrans" cxnId="{CC78A7D7-18DD-4A11-A90E-DD50A5A1A5F5}">
      <dgm:prSet/>
      <dgm:spPr/>
      <dgm:t>
        <a:bodyPr/>
        <a:lstStyle/>
        <a:p>
          <a:endParaRPr lang="en-US"/>
        </a:p>
      </dgm:t>
    </dgm:pt>
    <dgm:pt modelId="{EEEFD694-BA79-41BE-93F7-C6DF51B4B840}" type="pres">
      <dgm:prSet presAssocID="{C7D5CD9B-63D6-4A64-AC06-A7849D255835}" presName="root" presStyleCnt="0">
        <dgm:presLayoutVars>
          <dgm:dir/>
          <dgm:resizeHandles val="exact"/>
        </dgm:presLayoutVars>
      </dgm:prSet>
      <dgm:spPr/>
    </dgm:pt>
    <dgm:pt modelId="{563F9E62-A920-47EA-8D6A-EC28B3E4567B}" type="pres">
      <dgm:prSet presAssocID="{34D4CC1C-55BE-4728-94FD-CD9A1A4DDFC1}" presName="compNode" presStyleCnt="0"/>
      <dgm:spPr/>
    </dgm:pt>
    <dgm:pt modelId="{74AD56F2-196F-46DB-8A9A-D5DC7B2B42DC}" type="pres">
      <dgm:prSet presAssocID="{34D4CC1C-55BE-4728-94FD-CD9A1A4DDFC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7A6C958-BEB5-463A-83ED-0AA8F4A3B71A}" type="pres">
      <dgm:prSet presAssocID="{34D4CC1C-55BE-4728-94FD-CD9A1A4DDFC1}" presName="spaceRect" presStyleCnt="0"/>
      <dgm:spPr/>
    </dgm:pt>
    <dgm:pt modelId="{C7242E55-EADD-43D6-A390-C826CABFC2E0}" type="pres">
      <dgm:prSet presAssocID="{34D4CC1C-55BE-4728-94FD-CD9A1A4DDFC1}" presName="textRect" presStyleLbl="revTx" presStyleIdx="0" presStyleCnt="5">
        <dgm:presLayoutVars>
          <dgm:chMax val="1"/>
          <dgm:chPref val="1"/>
        </dgm:presLayoutVars>
      </dgm:prSet>
      <dgm:spPr/>
    </dgm:pt>
    <dgm:pt modelId="{88B509AA-6820-49A8-B66A-25A11EE41F18}" type="pres">
      <dgm:prSet presAssocID="{5C9A49BA-4F5C-48EA-8F02-B32C9A8CFF4C}" presName="sibTrans" presStyleCnt="0"/>
      <dgm:spPr/>
    </dgm:pt>
    <dgm:pt modelId="{79415FDC-4210-41A2-95CB-80927B908DE7}" type="pres">
      <dgm:prSet presAssocID="{5A3261DB-C4DE-467A-A718-547F61AC6676}" presName="compNode" presStyleCnt="0"/>
      <dgm:spPr/>
    </dgm:pt>
    <dgm:pt modelId="{411424BD-6B8C-439B-AE6A-FE36E11297D9}" type="pres">
      <dgm:prSet presAssocID="{5A3261DB-C4DE-467A-A718-547F61AC667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1890A55E-A412-4718-A9C8-3702F2C8CB62}" type="pres">
      <dgm:prSet presAssocID="{5A3261DB-C4DE-467A-A718-547F61AC6676}" presName="spaceRect" presStyleCnt="0"/>
      <dgm:spPr/>
    </dgm:pt>
    <dgm:pt modelId="{D5612F01-371E-4DE3-AC19-82114BCC2641}" type="pres">
      <dgm:prSet presAssocID="{5A3261DB-C4DE-467A-A718-547F61AC6676}" presName="textRect" presStyleLbl="revTx" presStyleIdx="1" presStyleCnt="5">
        <dgm:presLayoutVars>
          <dgm:chMax val="1"/>
          <dgm:chPref val="1"/>
        </dgm:presLayoutVars>
      </dgm:prSet>
      <dgm:spPr/>
    </dgm:pt>
    <dgm:pt modelId="{9853DF6E-CE19-412B-B24F-A40F5FE41486}" type="pres">
      <dgm:prSet presAssocID="{0AF0AD36-DAEE-4F24-8316-5E4E4F27AFD8}" presName="sibTrans" presStyleCnt="0"/>
      <dgm:spPr/>
    </dgm:pt>
    <dgm:pt modelId="{010F4E07-FE43-4E46-9658-847EFBC236CF}" type="pres">
      <dgm:prSet presAssocID="{CAAF6780-41FD-4DF3-A2E0-5B09BE7E6A14}" presName="compNode" presStyleCnt="0"/>
      <dgm:spPr/>
    </dgm:pt>
    <dgm:pt modelId="{2F9F1CF9-DE9B-44AB-A0A7-6541BAA1AB5D}" type="pres">
      <dgm:prSet presAssocID="{CAAF6780-41FD-4DF3-A2E0-5B09BE7E6A1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DD583BE-B1FC-4D01-811F-A7C899892CF8}" type="pres">
      <dgm:prSet presAssocID="{CAAF6780-41FD-4DF3-A2E0-5B09BE7E6A14}" presName="spaceRect" presStyleCnt="0"/>
      <dgm:spPr/>
    </dgm:pt>
    <dgm:pt modelId="{6C9B5A84-1FB5-4862-84A5-729C0C5D4B1F}" type="pres">
      <dgm:prSet presAssocID="{CAAF6780-41FD-4DF3-A2E0-5B09BE7E6A14}" presName="textRect" presStyleLbl="revTx" presStyleIdx="2" presStyleCnt="5">
        <dgm:presLayoutVars>
          <dgm:chMax val="1"/>
          <dgm:chPref val="1"/>
        </dgm:presLayoutVars>
      </dgm:prSet>
      <dgm:spPr/>
    </dgm:pt>
    <dgm:pt modelId="{673CD6B7-BCCA-40F0-B497-16958573B38F}" type="pres">
      <dgm:prSet presAssocID="{F229BAD1-1513-4966-9550-D6086295EE22}" presName="sibTrans" presStyleCnt="0"/>
      <dgm:spPr/>
    </dgm:pt>
    <dgm:pt modelId="{AE6E062C-EB57-40C9-B416-99B110B8A194}" type="pres">
      <dgm:prSet presAssocID="{2E995A15-BFA6-4898-9634-D4A39B2607D3}" presName="compNode" presStyleCnt="0"/>
      <dgm:spPr/>
    </dgm:pt>
    <dgm:pt modelId="{2BB871E7-2EDE-44CD-91B9-36F54D1F5E4B}" type="pres">
      <dgm:prSet presAssocID="{2E995A15-BFA6-4898-9634-D4A39B2607D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857CF3FF-13B9-4F8F-8FF3-CCDD3D4A1461}" type="pres">
      <dgm:prSet presAssocID="{2E995A15-BFA6-4898-9634-D4A39B2607D3}" presName="spaceRect" presStyleCnt="0"/>
      <dgm:spPr/>
    </dgm:pt>
    <dgm:pt modelId="{72EB61CA-E856-4C75-8E67-0C88F5746D0D}" type="pres">
      <dgm:prSet presAssocID="{2E995A15-BFA6-4898-9634-D4A39B2607D3}" presName="textRect" presStyleLbl="revTx" presStyleIdx="3" presStyleCnt="5">
        <dgm:presLayoutVars>
          <dgm:chMax val="1"/>
          <dgm:chPref val="1"/>
        </dgm:presLayoutVars>
      </dgm:prSet>
      <dgm:spPr/>
    </dgm:pt>
    <dgm:pt modelId="{59791345-56F0-4F29-928B-2A375F5A2D0B}" type="pres">
      <dgm:prSet presAssocID="{846A55E7-2D4D-4017-A7E5-E0BE5A5F8AA9}" presName="sibTrans" presStyleCnt="0"/>
      <dgm:spPr/>
    </dgm:pt>
    <dgm:pt modelId="{E37E5C65-C859-4BF0-B491-47D0F9A6A5AC}" type="pres">
      <dgm:prSet presAssocID="{5036AA9C-53F1-430F-8D32-8461E106DCB3}" presName="compNode" presStyleCnt="0"/>
      <dgm:spPr/>
    </dgm:pt>
    <dgm:pt modelId="{A383E82F-26E9-4933-A5BE-1462F23911E4}" type="pres">
      <dgm:prSet presAssocID="{5036AA9C-53F1-430F-8D32-8461E106DCB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cnic Table"/>
        </a:ext>
      </dgm:extLst>
    </dgm:pt>
    <dgm:pt modelId="{27C81C06-8CE5-42D5-A096-86917126DF65}" type="pres">
      <dgm:prSet presAssocID="{5036AA9C-53F1-430F-8D32-8461E106DCB3}" presName="spaceRect" presStyleCnt="0"/>
      <dgm:spPr/>
    </dgm:pt>
    <dgm:pt modelId="{58BBF8CB-B0D2-45EC-951F-3E7525FCBACA}" type="pres">
      <dgm:prSet presAssocID="{5036AA9C-53F1-430F-8D32-8461E106DCB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601D50B-45D2-402A-B29D-4F66B73E169B}" type="presOf" srcId="{2E995A15-BFA6-4898-9634-D4A39B2607D3}" destId="{72EB61CA-E856-4C75-8E67-0C88F5746D0D}" srcOrd="0" destOrd="0" presId="urn:microsoft.com/office/officeart/2018/2/layout/IconLabelList"/>
    <dgm:cxn modelId="{5546491B-2A09-4A6F-91EB-3DEAF7DDADD8}" srcId="{C7D5CD9B-63D6-4A64-AC06-A7849D255835}" destId="{34D4CC1C-55BE-4728-94FD-CD9A1A4DDFC1}" srcOrd="0" destOrd="0" parTransId="{BC25CFB3-43CD-4BB6-BEAB-E6FC537325EB}" sibTransId="{5C9A49BA-4F5C-48EA-8F02-B32C9A8CFF4C}"/>
    <dgm:cxn modelId="{4F34D56C-DFBD-4DAF-8011-EF504AB66786}" srcId="{C7D5CD9B-63D6-4A64-AC06-A7849D255835}" destId="{CAAF6780-41FD-4DF3-A2E0-5B09BE7E6A14}" srcOrd="2" destOrd="0" parTransId="{227345A9-7843-42AA-9655-876805FFD0A7}" sibTransId="{F229BAD1-1513-4966-9550-D6086295EE22}"/>
    <dgm:cxn modelId="{95AA2B91-DAE7-4E85-833C-8A53345057CD}" type="presOf" srcId="{5036AA9C-53F1-430F-8D32-8461E106DCB3}" destId="{58BBF8CB-B0D2-45EC-951F-3E7525FCBACA}" srcOrd="0" destOrd="0" presId="urn:microsoft.com/office/officeart/2018/2/layout/IconLabelList"/>
    <dgm:cxn modelId="{13F215AD-18EC-4CB2-9004-38E98C198B3A}" type="presOf" srcId="{5A3261DB-C4DE-467A-A718-547F61AC6676}" destId="{D5612F01-371E-4DE3-AC19-82114BCC2641}" srcOrd="0" destOrd="0" presId="urn:microsoft.com/office/officeart/2018/2/layout/IconLabelList"/>
    <dgm:cxn modelId="{A4B65ED1-874D-4252-A2E6-0711CD75661E}" type="presOf" srcId="{CAAF6780-41FD-4DF3-A2E0-5B09BE7E6A14}" destId="{6C9B5A84-1FB5-4862-84A5-729C0C5D4B1F}" srcOrd="0" destOrd="0" presId="urn:microsoft.com/office/officeart/2018/2/layout/IconLabelList"/>
    <dgm:cxn modelId="{1D35D6D1-FC1B-4C88-BF23-2A0AB67BFF56}" srcId="{C7D5CD9B-63D6-4A64-AC06-A7849D255835}" destId="{2E995A15-BFA6-4898-9634-D4A39B2607D3}" srcOrd="3" destOrd="0" parTransId="{F5EA63CC-B7C4-4361-8FAE-C84F30C3A397}" sibTransId="{846A55E7-2D4D-4017-A7E5-E0BE5A5F8AA9}"/>
    <dgm:cxn modelId="{8C1DECD1-C3F1-4D2B-9DAF-EC8AB59DD557}" type="presOf" srcId="{C7D5CD9B-63D6-4A64-AC06-A7849D255835}" destId="{EEEFD694-BA79-41BE-93F7-C6DF51B4B840}" srcOrd="0" destOrd="0" presId="urn:microsoft.com/office/officeart/2018/2/layout/IconLabelList"/>
    <dgm:cxn modelId="{993A3BD4-EBEF-4551-92D4-7F5BDC48D0CD}" type="presOf" srcId="{34D4CC1C-55BE-4728-94FD-CD9A1A4DDFC1}" destId="{C7242E55-EADD-43D6-A390-C826CABFC2E0}" srcOrd="0" destOrd="0" presId="urn:microsoft.com/office/officeart/2018/2/layout/IconLabelList"/>
    <dgm:cxn modelId="{CC78A7D7-18DD-4A11-A90E-DD50A5A1A5F5}" srcId="{C7D5CD9B-63D6-4A64-AC06-A7849D255835}" destId="{5036AA9C-53F1-430F-8D32-8461E106DCB3}" srcOrd="4" destOrd="0" parTransId="{5FC890C3-2DBD-41D8-839B-CF1E6565BBC8}" sibTransId="{96FFCFA8-DAB4-4DB8-A45D-9CEEFFAC63A0}"/>
    <dgm:cxn modelId="{71E93EDB-1238-4D0F-8DD6-E18F00EDCC1E}" srcId="{C7D5CD9B-63D6-4A64-AC06-A7849D255835}" destId="{5A3261DB-C4DE-467A-A718-547F61AC6676}" srcOrd="1" destOrd="0" parTransId="{33ED5C58-D072-4A3E-B471-5746F42EE97E}" sibTransId="{0AF0AD36-DAEE-4F24-8316-5E4E4F27AFD8}"/>
    <dgm:cxn modelId="{9FCB2796-8D36-4B83-BA7D-6557489B0F06}" type="presParOf" srcId="{EEEFD694-BA79-41BE-93F7-C6DF51B4B840}" destId="{563F9E62-A920-47EA-8D6A-EC28B3E4567B}" srcOrd="0" destOrd="0" presId="urn:microsoft.com/office/officeart/2018/2/layout/IconLabelList"/>
    <dgm:cxn modelId="{408D25C3-5D57-460F-95E4-A99C2C6F923B}" type="presParOf" srcId="{563F9E62-A920-47EA-8D6A-EC28B3E4567B}" destId="{74AD56F2-196F-46DB-8A9A-D5DC7B2B42DC}" srcOrd="0" destOrd="0" presId="urn:microsoft.com/office/officeart/2018/2/layout/IconLabelList"/>
    <dgm:cxn modelId="{5343079E-3F4A-4A4D-A0D0-9B7900E8A1FB}" type="presParOf" srcId="{563F9E62-A920-47EA-8D6A-EC28B3E4567B}" destId="{17A6C958-BEB5-463A-83ED-0AA8F4A3B71A}" srcOrd="1" destOrd="0" presId="urn:microsoft.com/office/officeart/2018/2/layout/IconLabelList"/>
    <dgm:cxn modelId="{FA36A35B-7583-4C3B-A229-5FA15569AE0F}" type="presParOf" srcId="{563F9E62-A920-47EA-8D6A-EC28B3E4567B}" destId="{C7242E55-EADD-43D6-A390-C826CABFC2E0}" srcOrd="2" destOrd="0" presId="urn:microsoft.com/office/officeart/2018/2/layout/IconLabelList"/>
    <dgm:cxn modelId="{9E8CB7DB-A25C-4853-BDC4-CA3BD53B400E}" type="presParOf" srcId="{EEEFD694-BA79-41BE-93F7-C6DF51B4B840}" destId="{88B509AA-6820-49A8-B66A-25A11EE41F18}" srcOrd="1" destOrd="0" presId="urn:microsoft.com/office/officeart/2018/2/layout/IconLabelList"/>
    <dgm:cxn modelId="{B9429345-85DE-45BB-A684-53027DE51DEC}" type="presParOf" srcId="{EEEFD694-BA79-41BE-93F7-C6DF51B4B840}" destId="{79415FDC-4210-41A2-95CB-80927B908DE7}" srcOrd="2" destOrd="0" presId="urn:microsoft.com/office/officeart/2018/2/layout/IconLabelList"/>
    <dgm:cxn modelId="{74249114-37DD-411B-9E10-CFA1A8EAC185}" type="presParOf" srcId="{79415FDC-4210-41A2-95CB-80927B908DE7}" destId="{411424BD-6B8C-439B-AE6A-FE36E11297D9}" srcOrd="0" destOrd="0" presId="urn:microsoft.com/office/officeart/2018/2/layout/IconLabelList"/>
    <dgm:cxn modelId="{B9E2613F-7DCE-4F31-BB76-5A6210A00AD5}" type="presParOf" srcId="{79415FDC-4210-41A2-95CB-80927B908DE7}" destId="{1890A55E-A412-4718-A9C8-3702F2C8CB62}" srcOrd="1" destOrd="0" presId="urn:microsoft.com/office/officeart/2018/2/layout/IconLabelList"/>
    <dgm:cxn modelId="{83092E8F-BDB1-474A-B07E-4FB2184AEA96}" type="presParOf" srcId="{79415FDC-4210-41A2-95CB-80927B908DE7}" destId="{D5612F01-371E-4DE3-AC19-82114BCC2641}" srcOrd="2" destOrd="0" presId="urn:microsoft.com/office/officeart/2018/2/layout/IconLabelList"/>
    <dgm:cxn modelId="{6FF9E8FF-77D6-4A2A-8C47-A1B5846D2641}" type="presParOf" srcId="{EEEFD694-BA79-41BE-93F7-C6DF51B4B840}" destId="{9853DF6E-CE19-412B-B24F-A40F5FE41486}" srcOrd="3" destOrd="0" presId="urn:microsoft.com/office/officeart/2018/2/layout/IconLabelList"/>
    <dgm:cxn modelId="{64DC6484-4EFF-49E1-BC3F-2528E30167C2}" type="presParOf" srcId="{EEEFD694-BA79-41BE-93F7-C6DF51B4B840}" destId="{010F4E07-FE43-4E46-9658-847EFBC236CF}" srcOrd="4" destOrd="0" presId="urn:microsoft.com/office/officeart/2018/2/layout/IconLabelList"/>
    <dgm:cxn modelId="{B42AA14C-DD8A-4679-B659-07998717302E}" type="presParOf" srcId="{010F4E07-FE43-4E46-9658-847EFBC236CF}" destId="{2F9F1CF9-DE9B-44AB-A0A7-6541BAA1AB5D}" srcOrd="0" destOrd="0" presId="urn:microsoft.com/office/officeart/2018/2/layout/IconLabelList"/>
    <dgm:cxn modelId="{DEA1F390-783F-4495-8593-105D7B02BB4F}" type="presParOf" srcId="{010F4E07-FE43-4E46-9658-847EFBC236CF}" destId="{9DD583BE-B1FC-4D01-811F-A7C899892CF8}" srcOrd="1" destOrd="0" presId="urn:microsoft.com/office/officeart/2018/2/layout/IconLabelList"/>
    <dgm:cxn modelId="{2D22414A-25CD-42F7-ACB5-3250F819FED8}" type="presParOf" srcId="{010F4E07-FE43-4E46-9658-847EFBC236CF}" destId="{6C9B5A84-1FB5-4862-84A5-729C0C5D4B1F}" srcOrd="2" destOrd="0" presId="urn:microsoft.com/office/officeart/2018/2/layout/IconLabelList"/>
    <dgm:cxn modelId="{4C41632B-39CD-4647-9A5F-3BB6396135EF}" type="presParOf" srcId="{EEEFD694-BA79-41BE-93F7-C6DF51B4B840}" destId="{673CD6B7-BCCA-40F0-B497-16958573B38F}" srcOrd="5" destOrd="0" presId="urn:microsoft.com/office/officeart/2018/2/layout/IconLabelList"/>
    <dgm:cxn modelId="{418349EB-DA8E-443A-B5EA-8FDB94F996CD}" type="presParOf" srcId="{EEEFD694-BA79-41BE-93F7-C6DF51B4B840}" destId="{AE6E062C-EB57-40C9-B416-99B110B8A194}" srcOrd="6" destOrd="0" presId="urn:microsoft.com/office/officeart/2018/2/layout/IconLabelList"/>
    <dgm:cxn modelId="{5F5C5E38-1D44-43DC-A5E1-31DE3F22A299}" type="presParOf" srcId="{AE6E062C-EB57-40C9-B416-99B110B8A194}" destId="{2BB871E7-2EDE-44CD-91B9-36F54D1F5E4B}" srcOrd="0" destOrd="0" presId="urn:microsoft.com/office/officeart/2018/2/layout/IconLabelList"/>
    <dgm:cxn modelId="{76CA4C8D-2D8D-4174-8611-2017833C72E0}" type="presParOf" srcId="{AE6E062C-EB57-40C9-B416-99B110B8A194}" destId="{857CF3FF-13B9-4F8F-8FF3-CCDD3D4A1461}" srcOrd="1" destOrd="0" presId="urn:microsoft.com/office/officeart/2018/2/layout/IconLabelList"/>
    <dgm:cxn modelId="{D8CCD911-D63A-4C76-A86B-6F1AA674E8E3}" type="presParOf" srcId="{AE6E062C-EB57-40C9-B416-99B110B8A194}" destId="{72EB61CA-E856-4C75-8E67-0C88F5746D0D}" srcOrd="2" destOrd="0" presId="urn:microsoft.com/office/officeart/2018/2/layout/IconLabelList"/>
    <dgm:cxn modelId="{535BF2E0-AD13-4B3A-940F-7983D93A098F}" type="presParOf" srcId="{EEEFD694-BA79-41BE-93F7-C6DF51B4B840}" destId="{59791345-56F0-4F29-928B-2A375F5A2D0B}" srcOrd="7" destOrd="0" presId="urn:microsoft.com/office/officeart/2018/2/layout/IconLabelList"/>
    <dgm:cxn modelId="{5F486D3A-CEDD-40BC-8FFE-EC62C36142D4}" type="presParOf" srcId="{EEEFD694-BA79-41BE-93F7-C6DF51B4B840}" destId="{E37E5C65-C859-4BF0-B491-47D0F9A6A5AC}" srcOrd="8" destOrd="0" presId="urn:microsoft.com/office/officeart/2018/2/layout/IconLabelList"/>
    <dgm:cxn modelId="{0CEB3384-A34D-48A4-9271-61CFCFEF8E23}" type="presParOf" srcId="{E37E5C65-C859-4BF0-B491-47D0F9A6A5AC}" destId="{A383E82F-26E9-4933-A5BE-1462F23911E4}" srcOrd="0" destOrd="0" presId="urn:microsoft.com/office/officeart/2018/2/layout/IconLabelList"/>
    <dgm:cxn modelId="{E43947C5-C141-4113-99E8-128C8F5196C0}" type="presParOf" srcId="{E37E5C65-C859-4BF0-B491-47D0F9A6A5AC}" destId="{27C81C06-8CE5-42D5-A096-86917126DF65}" srcOrd="1" destOrd="0" presId="urn:microsoft.com/office/officeart/2018/2/layout/IconLabelList"/>
    <dgm:cxn modelId="{FB340C7F-E543-4584-B6E6-90AA50949B6E}" type="presParOf" srcId="{E37E5C65-C859-4BF0-B491-47D0F9A6A5AC}" destId="{58BBF8CB-B0D2-45EC-951F-3E7525FCBA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EFFCC8-D8F0-402D-9EE9-5FB9178EF30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5455C6-FBCE-4384-9ECB-3EB816589A85}">
      <dgm:prSet/>
      <dgm:spPr/>
      <dgm:t>
        <a:bodyPr/>
        <a:lstStyle/>
        <a:p>
          <a:r>
            <a:rPr lang="en-US"/>
            <a:t>- Searching externally  through:</a:t>
          </a:r>
        </a:p>
      </dgm:t>
    </dgm:pt>
    <dgm:pt modelId="{90917307-353C-4153-86C1-F5D06925F55E}" type="parTrans" cxnId="{8B6BF8A3-B58A-4ADF-B6A1-FA7A3DB3529E}">
      <dgm:prSet/>
      <dgm:spPr/>
      <dgm:t>
        <a:bodyPr/>
        <a:lstStyle/>
        <a:p>
          <a:endParaRPr lang="en-US"/>
        </a:p>
      </dgm:t>
    </dgm:pt>
    <dgm:pt modelId="{9C1B3CC3-5D8B-4B3E-A209-41A67E35D730}" type="sibTrans" cxnId="{8B6BF8A3-B58A-4ADF-B6A1-FA7A3DB3529E}">
      <dgm:prSet/>
      <dgm:spPr/>
      <dgm:t>
        <a:bodyPr/>
        <a:lstStyle/>
        <a:p>
          <a:endParaRPr lang="en-US"/>
        </a:p>
      </dgm:t>
    </dgm:pt>
    <dgm:pt modelId="{677041E8-3223-4CC3-AB6E-812937F16E67}">
      <dgm:prSet/>
      <dgm:spPr/>
      <dgm:t>
        <a:bodyPr/>
        <a:lstStyle/>
        <a:p>
          <a:r>
            <a:rPr lang="en-US" dirty="0"/>
            <a:t>a- Interview future customers</a:t>
          </a:r>
        </a:p>
      </dgm:t>
    </dgm:pt>
    <dgm:pt modelId="{18094743-42C5-4D9D-A90D-D73C6064EC2E}" type="parTrans" cxnId="{0ABB2600-0372-484A-965F-192FEE6AC086}">
      <dgm:prSet/>
      <dgm:spPr/>
      <dgm:t>
        <a:bodyPr/>
        <a:lstStyle/>
        <a:p>
          <a:endParaRPr lang="en-US"/>
        </a:p>
      </dgm:t>
    </dgm:pt>
    <dgm:pt modelId="{03606319-4BC9-4DB8-9A69-7BAB534A2E24}" type="sibTrans" cxnId="{0ABB2600-0372-484A-965F-192FEE6AC086}">
      <dgm:prSet/>
      <dgm:spPr/>
      <dgm:t>
        <a:bodyPr/>
        <a:lstStyle/>
        <a:p>
          <a:endParaRPr lang="en-US"/>
        </a:p>
      </dgm:t>
    </dgm:pt>
    <dgm:pt modelId="{9332CC4C-C588-4BEC-BAB0-92B086CA1612}">
      <dgm:prSet/>
      <dgm:spPr/>
      <dgm:t>
        <a:bodyPr/>
        <a:lstStyle/>
        <a:p>
          <a:r>
            <a:rPr lang="en-US" dirty="0"/>
            <a:t>b- Search patents.</a:t>
          </a:r>
        </a:p>
      </dgm:t>
    </dgm:pt>
    <dgm:pt modelId="{86E0EA85-7C49-4460-824D-525F715E608A}" type="parTrans" cxnId="{1561608A-3E1E-4D0E-9504-140A91254902}">
      <dgm:prSet/>
      <dgm:spPr/>
      <dgm:t>
        <a:bodyPr/>
        <a:lstStyle/>
        <a:p>
          <a:endParaRPr lang="en-US"/>
        </a:p>
      </dgm:t>
    </dgm:pt>
    <dgm:pt modelId="{547A756A-EC8E-4F60-BDD6-8B3A08397546}" type="sibTrans" cxnId="{1561608A-3E1E-4D0E-9504-140A91254902}">
      <dgm:prSet/>
      <dgm:spPr/>
      <dgm:t>
        <a:bodyPr/>
        <a:lstStyle/>
        <a:p>
          <a:endParaRPr lang="en-US"/>
        </a:p>
      </dgm:t>
    </dgm:pt>
    <dgm:pt modelId="{4911990E-FF9D-417C-8816-AC27AE7139F4}">
      <dgm:prSet/>
      <dgm:spPr/>
      <dgm:t>
        <a:bodyPr/>
        <a:lstStyle/>
        <a:p>
          <a:r>
            <a:rPr lang="en-US" dirty="0"/>
            <a:t>-Searching internally.</a:t>
          </a:r>
        </a:p>
      </dgm:t>
    </dgm:pt>
    <dgm:pt modelId="{3AFCB54D-0E87-42B0-A6E8-9D3CFFBD3283}" type="parTrans" cxnId="{886CED10-6DC4-4326-BEE0-0A9BF5ACA62B}">
      <dgm:prSet/>
      <dgm:spPr/>
      <dgm:t>
        <a:bodyPr/>
        <a:lstStyle/>
        <a:p>
          <a:endParaRPr lang="en-US"/>
        </a:p>
      </dgm:t>
    </dgm:pt>
    <dgm:pt modelId="{3F8BF828-3222-48BE-A1F2-C2C74D873865}" type="sibTrans" cxnId="{886CED10-6DC4-4326-BEE0-0A9BF5ACA62B}">
      <dgm:prSet/>
      <dgm:spPr/>
      <dgm:t>
        <a:bodyPr/>
        <a:lstStyle/>
        <a:p>
          <a:endParaRPr lang="en-US"/>
        </a:p>
      </dgm:t>
    </dgm:pt>
    <dgm:pt modelId="{A23A9316-4C8C-4947-BDCE-FCB902835FC4}" type="pres">
      <dgm:prSet presAssocID="{82EFFCC8-D8F0-402D-9EE9-5FB9178EF30B}" presName="linear" presStyleCnt="0">
        <dgm:presLayoutVars>
          <dgm:dir/>
          <dgm:animLvl val="lvl"/>
          <dgm:resizeHandles val="exact"/>
        </dgm:presLayoutVars>
      </dgm:prSet>
      <dgm:spPr/>
    </dgm:pt>
    <dgm:pt modelId="{5F8C187B-7E4A-3E4D-B36A-19D4819108F7}" type="pres">
      <dgm:prSet presAssocID="{6D5455C6-FBCE-4384-9ECB-3EB816589A85}" presName="parentLin" presStyleCnt="0"/>
      <dgm:spPr/>
    </dgm:pt>
    <dgm:pt modelId="{85F8E7C8-778E-D041-B56D-590F383EB624}" type="pres">
      <dgm:prSet presAssocID="{6D5455C6-FBCE-4384-9ECB-3EB816589A85}" presName="parentLeftMargin" presStyleLbl="node1" presStyleIdx="0" presStyleCnt="4"/>
      <dgm:spPr/>
    </dgm:pt>
    <dgm:pt modelId="{EF80DFF3-810A-1D47-98F5-F68C3A623670}" type="pres">
      <dgm:prSet presAssocID="{6D5455C6-FBCE-4384-9ECB-3EB816589A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896705-31F5-4F45-8A1C-170003F2C0BC}" type="pres">
      <dgm:prSet presAssocID="{6D5455C6-FBCE-4384-9ECB-3EB816589A85}" presName="negativeSpace" presStyleCnt="0"/>
      <dgm:spPr/>
    </dgm:pt>
    <dgm:pt modelId="{922A0B07-6274-4244-AB58-BB8066E1916B}" type="pres">
      <dgm:prSet presAssocID="{6D5455C6-FBCE-4384-9ECB-3EB816589A85}" presName="childText" presStyleLbl="conFgAcc1" presStyleIdx="0" presStyleCnt="4">
        <dgm:presLayoutVars>
          <dgm:bulletEnabled val="1"/>
        </dgm:presLayoutVars>
      </dgm:prSet>
      <dgm:spPr/>
    </dgm:pt>
    <dgm:pt modelId="{482BB387-2805-C443-B54A-38335461D4B5}" type="pres">
      <dgm:prSet presAssocID="{9C1B3CC3-5D8B-4B3E-A209-41A67E35D730}" presName="spaceBetweenRectangles" presStyleCnt="0"/>
      <dgm:spPr/>
    </dgm:pt>
    <dgm:pt modelId="{46866EDB-432F-5D4D-8C3D-84A4CAB9A561}" type="pres">
      <dgm:prSet presAssocID="{677041E8-3223-4CC3-AB6E-812937F16E67}" presName="parentLin" presStyleCnt="0"/>
      <dgm:spPr/>
    </dgm:pt>
    <dgm:pt modelId="{3FA7ED55-DE9E-924B-85B1-3E1C4B4D77BC}" type="pres">
      <dgm:prSet presAssocID="{677041E8-3223-4CC3-AB6E-812937F16E67}" presName="parentLeftMargin" presStyleLbl="node1" presStyleIdx="0" presStyleCnt="4"/>
      <dgm:spPr/>
    </dgm:pt>
    <dgm:pt modelId="{B9B62AD5-EBBD-1048-A777-90976FC2EFA7}" type="pres">
      <dgm:prSet presAssocID="{677041E8-3223-4CC3-AB6E-812937F16E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B85C43-6857-7840-88B1-2169744F2706}" type="pres">
      <dgm:prSet presAssocID="{677041E8-3223-4CC3-AB6E-812937F16E67}" presName="negativeSpace" presStyleCnt="0"/>
      <dgm:spPr/>
    </dgm:pt>
    <dgm:pt modelId="{C0D8665B-4FD6-F441-ADBC-B55A32BBBC4E}" type="pres">
      <dgm:prSet presAssocID="{677041E8-3223-4CC3-AB6E-812937F16E67}" presName="childText" presStyleLbl="conFgAcc1" presStyleIdx="1" presStyleCnt="4">
        <dgm:presLayoutVars>
          <dgm:bulletEnabled val="1"/>
        </dgm:presLayoutVars>
      </dgm:prSet>
      <dgm:spPr/>
    </dgm:pt>
    <dgm:pt modelId="{226FBED6-BE25-0944-9B3D-A434A00FD7BE}" type="pres">
      <dgm:prSet presAssocID="{03606319-4BC9-4DB8-9A69-7BAB534A2E24}" presName="spaceBetweenRectangles" presStyleCnt="0"/>
      <dgm:spPr/>
    </dgm:pt>
    <dgm:pt modelId="{F45128C4-7D57-9542-A61E-50C19DE4494F}" type="pres">
      <dgm:prSet presAssocID="{9332CC4C-C588-4BEC-BAB0-92B086CA1612}" presName="parentLin" presStyleCnt="0"/>
      <dgm:spPr/>
    </dgm:pt>
    <dgm:pt modelId="{837C8D82-791C-8E4B-9E97-BE14C3D0BAAD}" type="pres">
      <dgm:prSet presAssocID="{9332CC4C-C588-4BEC-BAB0-92B086CA1612}" presName="parentLeftMargin" presStyleLbl="node1" presStyleIdx="1" presStyleCnt="4"/>
      <dgm:spPr/>
    </dgm:pt>
    <dgm:pt modelId="{72D3B4DA-1C1A-B84D-9684-E9EF6C06EE30}" type="pres">
      <dgm:prSet presAssocID="{9332CC4C-C588-4BEC-BAB0-92B086CA16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586479-A782-6740-8534-04A4017AAAF1}" type="pres">
      <dgm:prSet presAssocID="{9332CC4C-C588-4BEC-BAB0-92B086CA1612}" presName="negativeSpace" presStyleCnt="0"/>
      <dgm:spPr/>
    </dgm:pt>
    <dgm:pt modelId="{7E68DA3C-D9FE-8A43-A29E-B60743F2F8C7}" type="pres">
      <dgm:prSet presAssocID="{9332CC4C-C588-4BEC-BAB0-92B086CA1612}" presName="childText" presStyleLbl="conFgAcc1" presStyleIdx="2" presStyleCnt="4">
        <dgm:presLayoutVars>
          <dgm:bulletEnabled val="1"/>
        </dgm:presLayoutVars>
      </dgm:prSet>
      <dgm:spPr/>
    </dgm:pt>
    <dgm:pt modelId="{3DC5E824-1372-724B-9D69-6120B5124343}" type="pres">
      <dgm:prSet presAssocID="{547A756A-EC8E-4F60-BDD6-8B3A08397546}" presName="spaceBetweenRectangles" presStyleCnt="0"/>
      <dgm:spPr/>
    </dgm:pt>
    <dgm:pt modelId="{66DBF479-6E8C-8946-A13F-5CBEBE9BE539}" type="pres">
      <dgm:prSet presAssocID="{4911990E-FF9D-417C-8816-AC27AE7139F4}" presName="parentLin" presStyleCnt="0"/>
      <dgm:spPr/>
    </dgm:pt>
    <dgm:pt modelId="{C0A3B088-18FA-3142-A812-0841B63B27F1}" type="pres">
      <dgm:prSet presAssocID="{4911990E-FF9D-417C-8816-AC27AE7139F4}" presName="parentLeftMargin" presStyleLbl="node1" presStyleIdx="2" presStyleCnt="4"/>
      <dgm:spPr/>
    </dgm:pt>
    <dgm:pt modelId="{04DAA0F7-E53D-4845-A9AE-DB4FBE23F55B}" type="pres">
      <dgm:prSet presAssocID="{4911990E-FF9D-417C-8816-AC27AE7139F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A3287F3-6D8C-944F-AF8C-2AFB3D8F8400}" type="pres">
      <dgm:prSet presAssocID="{4911990E-FF9D-417C-8816-AC27AE7139F4}" presName="negativeSpace" presStyleCnt="0"/>
      <dgm:spPr/>
    </dgm:pt>
    <dgm:pt modelId="{BDF6ED67-88C7-4F45-823E-E393FD9B63A7}" type="pres">
      <dgm:prSet presAssocID="{4911990E-FF9D-417C-8816-AC27AE7139F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ABB2600-0372-484A-965F-192FEE6AC086}" srcId="{82EFFCC8-D8F0-402D-9EE9-5FB9178EF30B}" destId="{677041E8-3223-4CC3-AB6E-812937F16E67}" srcOrd="1" destOrd="0" parTransId="{18094743-42C5-4D9D-A90D-D73C6064EC2E}" sibTransId="{03606319-4BC9-4DB8-9A69-7BAB534A2E24}"/>
    <dgm:cxn modelId="{886CED10-6DC4-4326-BEE0-0A9BF5ACA62B}" srcId="{82EFFCC8-D8F0-402D-9EE9-5FB9178EF30B}" destId="{4911990E-FF9D-417C-8816-AC27AE7139F4}" srcOrd="3" destOrd="0" parTransId="{3AFCB54D-0E87-42B0-A6E8-9D3CFFBD3283}" sibTransId="{3F8BF828-3222-48BE-A1F2-C2C74D873865}"/>
    <dgm:cxn modelId="{DF3C071B-621E-8746-B3A6-29CE48263ECF}" type="presOf" srcId="{9332CC4C-C588-4BEC-BAB0-92B086CA1612}" destId="{72D3B4DA-1C1A-B84D-9684-E9EF6C06EE30}" srcOrd="1" destOrd="0" presId="urn:microsoft.com/office/officeart/2005/8/layout/list1"/>
    <dgm:cxn modelId="{20699456-0154-E34F-8C10-EC96B068B0E5}" type="presOf" srcId="{9332CC4C-C588-4BEC-BAB0-92B086CA1612}" destId="{837C8D82-791C-8E4B-9E97-BE14C3D0BAAD}" srcOrd="0" destOrd="0" presId="urn:microsoft.com/office/officeart/2005/8/layout/list1"/>
    <dgm:cxn modelId="{6A5A447F-0BDB-9E49-9C4D-90AEC0775CA2}" type="presOf" srcId="{6D5455C6-FBCE-4384-9ECB-3EB816589A85}" destId="{85F8E7C8-778E-D041-B56D-590F383EB624}" srcOrd="0" destOrd="0" presId="urn:microsoft.com/office/officeart/2005/8/layout/list1"/>
    <dgm:cxn modelId="{1561608A-3E1E-4D0E-9504-140A91254902}" srcId="{82EFFCC8-D8F0-402D-9EE9-5FB9178EF30B}" destId="{9332CC4C-C588-4BEC-BAB0-92B086CA1612}" srcOrd="2" destOrd="0" parTransId="{86E0EA85-7C49-4460-824D-525F715E608A}" sibTransId="{547A756A-EC8E-4F60-BDD6-8B3A08397546}"/>
    <dgm:cxn modelId="{79A84B8B-BBB8-5945-985A-930C3F6399E5}" type="presOf" srcId="{4911990E-FF9D-417C-8816-AC27AE7139F4}" destId="{04DAA0F7-E53D-4845-A9AE-DB4FBE23F55B}" srcOrd="1" destOrd="0" presId="urn:microsoft.com/office/officeart/2005/8/layout/list1"/>
    <dgm:cxn modelId="{DFEB1C90-84B9-9242-BA3E-05D3D3530E59}" type="presOf" srcId="{82EFFCC8-D8F0-402D-9EE9-5FB9178EF30B}" destId="{A23A9316-4C8C-4947-BDCE-FCB902835FC4}" srcOrd="0" destOrd="0" presId="urn:microsoft.com/office/officeart/2005/8/layout/list1"/>
    <dgm:cxn modelId="{0FD90E94-153D-414F-9EB3-AAB5CC56CF73}" type="presOf" srcId="{6D5455C6-FBCE-4384-9ECB-3EB816589A85}" destId="{EF80DFF3-810A-1D47-98F5-F68C3A623670}" srcOrd="1" destOrd="0" presId="urn:microsoft.com/office/officeart/2005/8/layout/list1"/>
    <dgm:cxn modelId="{8B6BF8A3-B58A-4ADF-B6A1-FA7A3DB3529E}" srcId="{82EFFCC8-D8F0-402D-9EE9-5FB9178EF30B}" destId="{6D5455C6-FBCE-4384-9ECB-3EB816589A85}" srcOrd="0" destOrd="0" parTransId="{90917307-353C-4153-86C1-F5D06925F55E}" sibTransId="{9C1B3CC3-5D8B-4B3E-A209-41A67E35D730}"/>
    <dgm:cxn modelId="{AD9F9BB7-96C9-BD49-BCE8-45794CB5BA08}" type="presOf" srcId="{4911990E-FF9D-417C-8816-AC27AE7139F4}" destId="{C0A3B088-18FA-3142-A812-0841B63B27F1}" srcOrd="0" destOrd="0" presId="urn:microsoft.com/office/officeart/2005/8/layout/list1"/>
    <dgm:cxn modelId="{879556DF-3236-344D-B5C6-41FE9A0B4570}" type="presOf" srcId="{677041E8-3223-4CC3-AB6E-812937F16E67}" destId="{3FA7ED55-DE9E-924B-85B1-3E1C4B4D77BC}" srcOrd="0" destOrd="0" presId="urn:microsoft.com/office/officeart/2005/8/layout/list1"/>
    <dgm:cxn modelId="{F06217F5-EC8B-A843-B906-490FA282D3EA}" type="presOf" srcId="{677041E8-3223-4CC3-AB6E-812937F16E67}" destId="{B9B62AD5-EBBD-1048-A777-90976FC2EFA7}" srcOrd="1" destOrd="0" presId="urn:microsoft.com/office/officeart/2005/8/layout/list1"/>
    <dgm:cxn modelId="{929A2E28-0F15-594D-8D0E-AD2A400DFA80}" type="presParOf" srcId="{A23A9316-4C8C-4947-BDCE-FCB902835FC4}" destId="{5F8C187B-7E4A-3E4D-B36A-19D4819108F7}" srcOrd="0" destOrd="0" presId="urn:microsoft.com/office/officeart/2005/8/layout/list1"/>
    <dgm:cxn modelId="{EB4D9686-B7BC-4E41-BDB7-18AB21230F3B}" type="presParOf" srcId="{5F8C187B-7E4A-3E4D-B36A-19D4819108F7}" destId="{85F8E7C8-778E-D041-B56D-590F383EB624}" srcOrd="0" destOrd="0" presId="urn:microsoft.com/office/officeart/2005/8/layout/list1"/>
    <dgm:cxn modelId="{BC20F073-880E-AB45-8265-99D8BC42AF5E}" type="presParOf" srcId="{5F8C187B-7E4A-3E4D-B36A-19D4819108F7}" destId="{EF80DFF3-810A-1D47-98F5-F68C3A623670}" srcOrd="1" destOrd="0" presId="urn:microsoft.com/office/officeart/2005/8/layout/list1"/>
    <dgm:cxn modelId="{FA7D3DAB-531C-E442-9D82-4A50F9E9EF75}" type="presParOf" srcId="{A23A9316-4C8C-4947-BDCE-FCB902835FC4}" destId="{44896705-31F5-4F45-8A1C-170003F2C0BC}" srcOrd="1" destOrd="0" presId="urn:microsoft.com/office/officeart/2005/8/layout/list1"/>
    <dgm:cxn modelId="{42EDAEEB-6C00-6042-9221-3E90AE444282}" type="presParOf" srcId="{A23A9316-4C8C-4947-BDCE-FCB902835FC4}" destId="{922A0B07-6274-4244-AB58-BB8066E1916B}" srcOrd="2" destOrd="0" presId="urn:microsoft.com/office/officeart/2005/8/layout/list1"/>
    <dgm:cxn modelId="{09908128-F773-A643-980E-9D2DB51F22DC}" type="presParOf" srcId="{A23A9316-4C8C-4947-BDCE-FCB902835FC4}" destId="{482BB387-2805-C443-B54A-38335461D4B5}" srcOrd="3" destOrd="0" presId="urn:microsoft.com/office/officeart/2005/8/layout/list1"/>
    <dgm:cxn modelId="{AD440E99-BEC8-AE4D-AB2A-59AAF1C41E70}" type="presParOf" srcId="{A23A9316-4C8C-4947-BDCE-FCB902835FC4}" destId="{46866EDB-432F-5D4D-8C3D-84A4CAB9A561}" srcOrd="4" destOrd="0" presId="urn:microsoft.com/office/officeart/2005/8/layout/list1"/>
    <dgm:cxn modelId="{ABE38119-B579-184B-84B6-83A994432223}" type="presParOf" srcId="{46866EDB-432F-5D4D-8C3D-84A4CAB9A561}" destId="{3FA7ED55-DE9E-924B-85B1-3E1C4B4D77BC}" srcOrd="0" destOrd="0" presId="urn:microsoft.com/office/officeart/2005/8/layout/list1"/>
    <dgm:cxn modelId="{15A14451-B7CD-A145-92C2-F7C7AC6BE0B1}" type="presParOf" srcId="{46866EDB-432F-5D4D-8C3D-84A4CAB9A561}" destId="{B9B62AD5-EBBD-1048-A777-90976FC2EFA7}" srcOrd="1" destOrd="0" presId="urn:microsoft.com/office/officeart/2005/8/layout/list1"/>
    <dgm:cxn modelId="{BC20B0FD-767D-DD47-A478-AEF69E74148D}" type="presParOf" srcId="{A23A9316-4C8C-4947-BDCE-FCB902835FC4}" destId="{A5B85C43-6857-7840-88B1-2169744F2706}" srcOrd="5" destOrd="0" presId="urn:microsoft.com/office/officeart/2005/8/layout/list1"/>
    <dgm:cxn modelId="{D3C2307A-7E7D-644A-9B7C-BDF352EAE677}" type="presParOf" srcId="{A23A9316-4C8C-4947-BDCE-FCB902835FC4}" destId="{C0D8665B-4FD6-F441-ADBC-B55A32BBBC4E}" srcOrd="6" destOrd="0" presId="urn:microsoft.com/office/officeart/2005/8/layout/list1"/>
    <dgm:cxn modelId="{7421F5B4-5E97-6241-89C7-C8B23A7BF9AC}" type="presParOf" srcId="{A23A9316-4C8C-4947-BDCE-FCB902835FC4}" destId="{226FBED6-BE25-0944-9B3D-A434A00FD7BE}" srcOrd="7" destOrd="0" presId="urn:microsoft.com/office/officeart/2005/8/layout/list1"/>
    <dgm:cxn modelId="{FC5F7E7C-EFED-144E-BB7A-AB37BDACF0CF}" type="presParOf" srcId="{A23A9316-4C8C-4947-BDCE-FCB902835FC4}" destId="{F45128C4-7D57-9542-A61E-50C19DE4494F}" srcOrd="8" destOrd="0" presId="urn:microsoft.com/office/officeart/2005/8/layout/list1"/>
    <dgm:cxn modelId="{60B6ADCE-45C8-5C4D-AA20-3C38BC7C5B1A}" type="presParOf" srcId="{F45128C4-7D57-9542-A61E-50C19DE4494F}" destId="{837C8D82-791C-8E4B-9E97-BE14C3D0BAAD}" srcOrd="0" destOrd="0" presId="urn:microsoft.com/office/officeart/2005/8/layout/list1"/>
    <dgm:cxn modelId="{1DD9CCD3-7FEB-3C4E-B16A-5B8BCC60B629}" type="presParOf" srcId="{F45128C4-7D57-9542-A61E-50C19DE4494F}" destId="{72D3B4DA-1C1A-B84D-9684-E9EF6C06EE30}" srcOrd="1" destOrd="0" presId="urn:microsoft.com/office/officeart/2005/8/layout/list1"/>
    <dgm:cxn modelId="{8BA18E84-B637-854F-A8DC-11D6E4309610}" type="presParOf" srcId="{A23A9316-4C8C-4947-BDCE-FCB902835FC4}" destId="{82586479-A782-6740-8534-04A4017AAAF1}" srcOrd="9" destOrd="0" presId="urn:microsoft.com/office/officeart/2005/8/layout/list1"/>
    <dgm:cxn modelId="{6500A6E1-8B73-6547-8C37-34BB29B74B4D}" type="presParOf" srcId="{A23A9316-4C8C-4947-BDCE-FCB902835FC4}" destId="{7E68DA3C-D9FE-8A43-A29E-B60743F2F8C7}" srcOrd="10" destOrd="0" presId="urn:microsoft.com/office/officeart/2005/8/layout/list1"/>
    <dgm:cxn modelId="{063D96B3-D355-7049-B596-48ED9CD5A542}" type="presParOf" srcId="{A23A9316-4C8C-4947-BDCE-FCB902835FC4}" destId="{3DC5E824-1372-724B-9D69-6120B5124343}" srcOrd="11" destOrd="0" presId="urn:microsoft.com/office/officeart/2005/8/layout/list1"/>
    <dgm:cxn modelId="{B2724C81-FC2C-8D4D-AC28-3458851FCECB}" type="presParOf" srcId="{A23A9316-4C8C-4947-BDCE-FCB902835FC4}" destId="{66DBF479-6E8C-8946-A13F-5CBEBE9BE539}" srcOrd="12" destOrd="0" presId="urn:microsoft.com/office/officeart/2005/8/layout/list1"/>
    <dgm:cxn modelId="{758E6CD7-48D4-0E46-919C-5C32FA72A79D}" type="presParOf" srcId="{66DBF479-6E8C-8946-A13F-5CBEBE9BE539}" destId="{C0A3B088-18FA-3142-A812-0841B63B27F1}" srcOrd="0" destOrd="0" presId="urn:microsoft.com/office/officeart/2005/8/layout/list1"/>
    <dgm:cxn modelId="{E56E91D1-65E7-714F-A233-1E858A3FC9CC}" type="presParOf" srcId="{66DBF479-6E8C-8946-A13F-5CBEBE9BE539}" destId="{04DAA0F7-E53D-4845-A9AE-DB4FBE23F55B}" srcOrd="1" destOrd="0" presId="urn:microsoft.com/office/officeart/2005/8/layout/list1"/>
    <dgm:cxn modelId="{74960350-CD2A-4443-A4A6-D15843C7AB38}" type="presParOf" srcId="{A23A9316-4C8C-4947-BDCE-FCB902835FC4}" destId="{EA3287F3-6D8C-944F-AF8C-2AFB3D8F8400}" srcOrd="13" destOrd="0" presId="urn:microsoft.com/office/officeart/2005/8/layout/list1"/>
    <dgm:cxn modelId="{7B6C9721-D8A7-7F48-941A-BC77F510835A}" type="presParOf" srcId="{A23A9316-4C8C-4947-BDCE-FCB902835FC4}" destId="{BDF6ED67-88C7-4F45-823E-E393FD9B63A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C3FE69-A8EC-4113-91A2-FEA52BCDB0FF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EB307A02-CC80-4A1A-9F70-43EA664AE86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Managing Project Scope</a:t>
          </a:r>
        </a:p>
      </dgm:t>
    </dgm:pt>
    <dgm:pt modelId="{1F6C2BBE-D657-46D0-A7A3-BECFEC84406E}" type="parTrans" cxnId="{09E5594E-81D9-4D1C-8DA5-58EA01C786D1}">
      <dgm:prSet/>
      <dgm:spPr/>
      <dgm:t>
        <a:bodyPr/>
        <a:lstStyle/>
        <a:p>
          <a:endParaRPr lang="en-US"/>
        </a:p>
      </dgm:t>
    </dgm:pt>
    <dgm:pt modelId="{54E79C56-7F11-4FDB-A511-DA7D38B33D6A}" type="sibTrans" cxnId="{09E5594E-81D9-4D1C-8DA5-58EA01C786D1}">
      <dgm:prSet/>
      <dgm:spPr/>
      <dgm:t>
        <a:bodyPr/>
        <a:lstStyle/>
        <a:p>
          <a:endParaRPr lang="en-US"/>
        </a:p>
      </dgm:t>
    </dgm:pt>
    <dgm:pt modelId="{26D11D75-3484-40F4-BC3D-2ED22542354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it easier for the  customer to identify it </a:t>
          </a:r>
        </a:p>
      </dgm:t>
    </dgm:pt>
    <dgm:pt modelId="{4E969B44-3A93-47AF-9E35-FB77A086AC00}" type="parTrans" cxnId="{227AF9E5-B6BF-4BA6-AD74-429130B9EF85}">
      <dgm:prSet/>
      <dgm:spPr/>
      <dgm:t>
        <a:bodyPr/>
        <a:lstStyle/>
        <a:p>
          <a:endParaRPr lang="en-US"/>
        </a:p>
      </dgm:t>
    </dgm:pt>
    <dgm:pt modelId="{501CF733-259C-4F01-9817-17BAD7B8C04D}" type="sibTrans" cxnId="{227AF9E5-B6BF-4BA6-AD74-429130B9EF85}">
      <dgm:prSet/>
      <dgm:spPr/>
      <dgm:t>
        <a:bodyPr/>
        <a:lstStyle/>
        <a:p>
          <a:endParaRPr lang="en-US"/>
        </a:p>
      </dgm:t>
    </dgm:pt>
    <dgm:pt modelId="{F1D9E99D-6A05-452D-923A-3AE10B624BB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Pipeline Critical Tasks</a:t>
          </a:r>
        </a:p>
      </dgm:t>
    </dgm:pt>
    <dgm:pt modelId="{EF5172BC-E370-4530-B511-CF27FA691D68}" type="parTrans" cxnId="{FCB60279-4F7D-44AF-89FE-B211AE01D389}">
      <dgm:prSet/>
      <dgm:spPr/>
      <dgm:t>
        <a:bodyPr/>
        <a:lstStyle/>
        <a:p>
          <a:endParaRPr lang="en-US"/>
        </a:p>
      </dgm:t>
    </dgm:pt>
    <dgm:pt modelId="{8C45CA13-310E-46CD-98BA-298395B3C352}" type="sibTrans" cxnId="{FCB60279-4F7D-44AF-89FE-B211AE01D389}">
      <dgm:prSet/>
      <dgm:spPr/>
      <dgm:t>
        <a:bodyPr/>
        <a:lstStyle/>
        <a:p>
          <a:endParaRPr lang="en-US"/>
        </a:p>
      </dgm:t>
    </dgm:pt>
    <dgm:pt modelId="{2E6E4214-86CE-49E7-921B-60464153293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Breaking down main problem into subproblem</a:t>
          </a:r>
        </a:p>
      </dgm:t>
    </dgm:pt>
    <dgm:pt modelId="{E72D4001-3024-4E53-8C84-C358EC576CB1}" type="sibTrans" cxnId="{573825D3-DA1A-45D9-B226-C08C29CC1953}">
      <dgm:prSet/>
      <dgm:spPr/>
      <dgm:t>
        <a:bodyPr/>
        <a:lstStyle/>
        <a:p>
          <a:endParaRPr lang="en-US"/>
        </a:p>
      </dgm:t>
    </dgm:pt>
    <dgm:pt modelId="{2C2B88A2-17C5-4B79-9E6B-DF85C0CC015A}" type="parTrans" cxnId="{573825D3-DA1A-45D9-B226-C08C29CC1953}">
      <dgm:prSet/>
      <dgm:spPr/>
      <dgm:t>
        <a:bodyPr/>
        <a:lstStyle/>
        <a:p>
          <a:endParaRPr lang="en-US"/>
        </a:p>
      </dgm:t>
    </dgm:pt>
    <dgm:pt modelId="{56AEA2AD-FE29-504C-9899-ECA06EC95DA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Priority for Critical Tasks</a:t>
          </a:r>
        </a:p>
      </dgm:t>
    </dgm:pt>
    <dgm:pt modelId="{F4527F2F-3DD9-DC4A-BD2A-2AFFC968F17E}" type="parTrans" cxnId="{FBAFB2FA-4E2F-DC47-9C9C-828A95EA62C8}">
      <dgm:prSet/>
      <dgm:spPr/>
      <dgm:t>
        <a:bodyPr/>
        <a:lstStyle/>
        <a:p>
          <a:endParaRPr lang="en-GB"/>
        </a:p>
      </dgm:t>
    </dgm:pt>
    <dgm:pt modelId="{43853D1D-798A-6A40-B0E5-9002596235C8}" type="sibTrans" cxnId="{FBAFB2FA-4E2F-DC47-9C9C-828A95EA62C8}">
      <dgm:prSet/>
      <dgm:spPr/>
      <dgm:t>
        <a:bodyPr/>
        <a:lstStyle/>
        <a:p>
          <a:endParaRPr lang="en-GB"/>
        </a:p>
      </dgm:t>
    </dgm:pt>
    <dgm:pt modelId="{0D527877-B51A-ED46-845F-436FBA5E7B7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it in early stages solve it fast when it arise</a:t>
          </a:r>
        </a:p>
      </dgm:t>
    </dgm:pt>
    <dgm:pt modelId="{8BC33224-1752-4F44-8393-8AC61C8D8E3E}" type="parTrans" cxnId="{745CDDAF-234D-3344-9A8D-ABC7F1333DA9}">
      <dgm:prSet/>
      <dgm:spPr/>
      <dgm:t>
        <a:bodyPr/>
        <a:lstStyle/>
        <a:p>
          <a:endParaRPr lang="en-GB"/>
        </a:p>
      </dgm:t>
    </dgm:pt>
    <dgm:pt modelId="{6FB3B968-E5FC-4640-94EC-1609CFA436CB}" type="sibTrans" cxnId="{745CDDAF-234D-3344-9A8D-ABC7F1333DA9}">
      <dgm:prSet/>
      <dgm:spPr/>
      <dgm:t>
        <a:bodyPr/>
        <a:lstStyle/>
        <a:p>
          <a:endParaRPr lang="en-GB"/>
        </a:p>
      </dgm:t>
    </dgm:pt>
    <dgm:pt modelId="{B305A929-EA90-4F5E-A29A-6F91C488CAE4}" type="pres">
      <dgm:prSet presAssocID="{DFC3FE69-A8EC-4113-91A2-FEA52BCDB0FF}" presName="root" presStyleCnt="0">
        <dgm:presLayoutVars>
          <dgm:dir/>
          <dgm:resizeHandles val="exact"/>
        </dgm:presLayoutVars>
      </dgm:prSet>
      <dgm:spPr/>
    </dgm:pt>
    <dgm:pt modelId="{A008E28B-27B7-4D8E-B6B2-4C3E336757C6}" type="pres">
      <dgm:prSet presAssocID="{EB307A02-CC80-4A1A-9F70-43EA664AE86E}" presName="compNode" presStyleCnt="0"/>
      <dgm:spPr/>
    </dgm:pt>
    <dgm:pt modelId="{EA43CE26-B5CD-40E4-B422-D44EC0759F6A}" type="pres">
      <dgm:prSet presAssocID="{EB307A02-CC80-4A1A-9F70-43EA664AE86E}" presName="bgRect" presStyleLbl="bgShp" presStyleIdx="0" presStyleCnt="3"/>
      <dgm:spPr/>
    </dgm:pt>
    <dgm:pt modelId="{B30E7511-9B96-4720-877A-D03149D9FC09}" type="pres">
      <dgm:prSet presAssocID="{EB307A02-CC80-4A1A-9F70-43EA664AE8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10B3716-CC86-4702-85BD-56C2A6C26DB8}" type="pres">
      <dgm:prSet presAssocID="{EB307A02-CC80-4A1A-9F70-43EA664AE86E}" presName="spaceRect" presStyleCnt="0"/>
      <dgm:spPr/>
    </dgm:pt>
    <dgm:pt modelId="{59E74038-38EE-4B40-9877-CEE4AA1BDF9B}" type="pres">
      <dgm:prSet presAssocID="{EB307A02-CC80-4A1A-9F70-43EA664AE86E}" presName="parTx" presStyleLbl="revTx" presStyleIdx="0" presStyleCnt="6">
        <dgm:presLayoutVars>
          <dgm:chMax val="0"/>
          <dgm:chPref val="0"/>
        </dgm:presLayoutVars>
      </dgm:prSet>
      <dgm:spPr/>
    </dgm:pt>
    <dgm:pt modelId="{4BB27699-84DF-4225-A14A-DD57A9D8952D}" type="pres">
      <dgm:prSet presAssocID="{EB307A02-CC80-4A1A-9F70-43EA664AE86E}" presName="desTx" presStyleLbl="revTx" presStyleIdx="1" presStyleCnt="6">
        <dgm:presLayoutVars/>
      </dgm:prSet>
      <dgm:spPr/>
    </dgm:pt>
    <dgm:pt modelId="{86802F63-160D-4116-A21F-E3A1EFD42517}" type="pres">
      <dgm:prSet presAssocID="{54E79C56-7F11-4FDB-A511-DA7D38B33D6A}" presName="sibTrans" presStyleCnt="0"/>
      <dgm:spPr/>
    </dgm:pt>
    <dgm:pt modelId="{29A16BA6-16B4-4D2C-B682-9DDDC568D390}" type="pres">
      <dgm:prSet presAssocID="{F1D9E99D-6A05-452D-923A-3AE10B624BB3}" presName="compNode" presStyleCnt="0"/>
      <dgm:spPr/>
    </dgm:pt>
    <dgm:pt modelId="{C22AD3EE-2D38-459A-9DCF-7412C471D9F0}" type="pres">
      <dgm:prSet presAssocID="{F1D9E99D-6A05-452D-923A-3AE10B624BB3}" presName="bgRect" presStyleLbl="bgShp" presStyleIdx="1" presStyleCnt="3"/>
      <dgm:spPr/>
    </dgm:pt>
    <dgm:pt modelId="{FA8CFFBE-9FE8-4BB7-A17D-1109849E7C8F}" type="pres">
      <dgm:prSet presAssocID="{F1D9E99D-6A05-452D-923A-3AE10B624B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CEB999D-A956-4DC2-8D34-8E33C6AFA08D}" type="pres">
      <dgm:prSet presAssocID="{F1D9E99D-6A05-452D-923A-3AE10B624BB3}" presName="spaceRect" presStyleCnt="0"/>
      <dgm:spPr/>
    </dgm:pt>
    <dgm:pt modelId="{BEB64FC8-BF5E-40BC-936E-37DE87181D6A}" type="pres">
      <dgm:prSet presAssocID="{F1D9E99D-6A05-452D-923A-3AE10B624BB3}" presName="parTx" presStyleLbl="revTx" presStyleIdx="2" presStyleCnt="6">
        <dgm:presLayoutVars>
          <dgm:chMax val="0"/>
          <dgm:chPref val="0"/>
        </dgm:presLayoutVars>
      </dgm:prSet>
      <dgm:spPr/>
    </dgm:pt>
    <dgm:pt modelId="{7526447A-04E2-4AAD-B82A-A2C201DE80C8}" type="pres">
      <dgm:prSet presAssocID="{F1D9E99D-6A05-452D-923A-3AE10B624BB3}" presName="desTx" presStyleLbl="revTx" presStyleIdx="3" presStyleCnt="6">
        <dgm:presLayoutVars/>
      </dgm:prSet>
      <dgm:spPr/>
    </dgm:pt>
    <dgm:pt modelId="{DA03CDD9-3BD5-4966-BB9C-8AAE878ED61C}" type="pres">
      <dgm:prSet presAssocID="{8C45CA13-310E-46CD-98BA-298395B3C352}" presName="sibTrans" presStyleCnt="0"/>
      <dgm:spPr/>
    </dgm:pt>
    <dgm:pt modelId="{DFC3DEB2-5ACE-4FE1-859D-67D594760EC2}" type="pres">
      <dgm:prSet presAssocID="{56AEA2AD-FE29-504C-9899-ECA06EC95DA9}" presName="compNode" presStyleCnt="0"/>
      <dgm:spPr/>
    </dgm:pt>
    <dgm:pt modelId="{A8D401D4-D075-46A3-9E79-CFDC218AC695}" type="pres">
      <dgm:prSet presAssocID="{56AEA2AD-FE29-504C-9899-ECA06EC95DA9}" presName="bgRect" presStyleLbl="bgShp" presStyleIdx="2" presStyleCnt="3"/>
      <dgm:spPr/>
    </dgm:pt>
    <dgm:pt modelId="{092EE02E-FDFE-4743-9F03-2C26325FBAFD}" type="pres">
      <dgm:prSet presAssocID="{56AEA2AD-FE29-504C-9899-ECA06EC95D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1D04368-D7C0-4CE4-9C6A-543F5DFD121B}" type="pres">
      <dgm:prSet presAssocID="{56AEA2AD-FE29-504C-9899-ECA06EC95DA9}" presName="spaceRect" presStyleCnt="0"/>
      <dgm:spPr/>
    </dgm:pt>
    <dgm:pt modelId="{3AF8378E-0244-4909-9589-237E8AD08A03}" type="pres">
      <dgm:prSet presAssocID="{56AEA2AD-FE29-504C-9899-ECA06EC95DA9}" presName="parTx" presStyleLbl="revTx" presStyleIdx="4" presStyleCnt="6">
        <dgm:presLayoutVars>
          <dgm:chMax val="0"/>
          <dgm:chPref val="0"/>
        </dgm:presLayoutVars>
      </dgm:prSet>
      <dgm:spPr/>
    </dgm:pt>
    <dgm:pt modelId="{67667A15-824E-4457-9B53-3C60ACC14C74}" type="pres">
      <dgm:prSet presAssocID="{56AEA2AD-FE29-504C-9899-ECA06EC95DA9}" presName="desTx" presStyleLbl="revTx" presStyleIdx="5" presStyleCnt="6">
        <dgm:presLayoutVars/>
      </dgm:prSet>
      <dgm:spPr/>
    </dgm:pt>
  </dgm:ptLst>
  <dgm:cxnLst>
    <dgm:cxn modelId="{96090905-CFAF-1143-AC09-46060A2DA2DC}" type="presOf" srcId="{0D527877-B51A-ED46-845F-436FBA5E7B7E}" destId="{67667A15-824E-4457-9B53-3C60ACC14C74}" srcOrd="0" destOrd="0" presId="urn:microsoft.com/office/officeart/2018/2/layout/IconVerticalSolidList"/>
    <dgm:cxn modelId="{09E5594E-81D9-4D1C-8DA5-58EA01C786D1}" srcId="{DFC3FE69-A8EC-4113-91A2-FEA52BCDB0FF}" destId="{EB307A02-CC80-4A1A-9F70-43EA664AE86E}" srcOrd="0" destOrd="0" parTransId="{1F6C2BBE-D657-46D0-A7A3-BECFEC84406E}" sibTransId="{54E79C56-7F11-4FDB-A511-DA7D38B33D6A}"/>
    <dgm:cxn modelId="{FCB60279-4F7D-44AF-89FE-B211AE01D389}" srcId="{DFC3FE69-A8EC-4113-91A2-FEA52BCDB0FF}" destId="{F1D9E99D-6A05-452D-923A-3AE10B624BB3}" srcOrd="1" destOrd="0" parTransId="{EF5172BC-E370-4530-B511-CF27FA691D68}" sibTransId="{8C45CA13-310E-46CD-98BA-298395B3C352}"/>
    <dgm:cxn modelId="{40390759-7DA1-014E-A924-57A161D0616A}" type="presOf" srcId="{DFC3FE69-A8EC-4113-91A2-FEA52BCDB0FF}" destId="{B305A929-EA90-4F5E-A29A-6F91C488CAE4}" srcOrd="0" destOrd="0" presId="urn:microsoft.com/office/officeart/2018/2/layout/IconVerticalSolidList"/>
    <dgm:cxn modelId="{9CDBCA7C-62C6-6647-94EB-5D0324C2C0E6}" type="presOf" srcId="{2E6E4214-86CE-49E7-921B-604641532931}" destId="{7526447A-04E2-4AAD-B82A-A2C201DE80C8}" srcOrd="0" destOrd="0" presId="urn:microsoft.com/office/officeart/2018/2/layout/IconVerticalSolidList"/>
    <dgm:cxn modelId="{7F26D29E-1F9A-0C4F-B99F-363A2ED2E761}" type="presOf" srcId="{56AEA2AD-FE29-504C-9899-ECA06EC95DA9}" destId="{3AF8378E-0244-4909-9589-237E8AD08A03}" srcOrd="0" destOrd="0" presId="urn:microsoft.com/office/officeart/2018/2/layout/IconVerticalSolidList"/>
    <dgm:cxn modelId="{B9C86BAF-62C7-5D4D-A524-DB5527361296}" type="presOf" srcId="{F1D9E99D-6A05-452D-923A-3AE10B624BB3}" destId="{BEB64FC8-BF5E-40BC-936E-37DE87181D6A}" srcOrd="0" destOrd="0" presId="urn:microsoft.com/office/officeart/2018/2/layout/IconVerticalSolidList"/>
    <dgm:cxn modelId="{745CDDAF-234D-3344-9A8D-ABC7F1333DA9}" srcId="{56AEA2AD-FE29-504C-9899-ECA06EC95DA9}" destId="{0D527877-B51A-ED46-845F-436FBA5E7B7E}" srcOrd="0" destOrd="0" parTransId="{8BC33224-1752-4F44-8393-8AC61C8D8E3E}" sibTransId="{6FB3B968-E5FC-4640-94EC-1609CFA436CB}"/>
    <dgm:cxn modelId="{573825D3-DA1A-45D9-B226-C08C29CC1953}" srcId="{F1D9E99D-6A05-452D-923A-3AE10B624BB3}" destId="{2E6E4214-86CE-49E7-921B-604641532931}" srcOrd="0" destOrd="0" parTransId="{2C2B88A2-17C5-4B79-9E6B-DF85C0CC015A}" sibTransId="{E72D4001-3024-4E53-8C84-C358EC576CB1}"/>
    <dgm:cxn modelId="{70A374E0-B888-CB40-832E-8BB46C3B78F6}" type="presOf" srcId="{EB307A02-CC80-4A1A-9F70-43EA664AE86E}" destId="{59E74038-38EE-4B40-9877-CEE4AA1BDF9B}" srcOrd="0" destOrd="0" presId="urn:microsoft.com/office/officeart/2018/2/layout/IconVerticalSolidList"/>
    <dgm:cxn modelId="{227AF9E5-B6BF-4BA6-AD74-429130B9EF85}" srcId="{EB307A02-CC80-4A1A-9F70-43EA664AE86E}" destId="{26D11D75-3484-40F4-BC3D-2ED225423546}" srcOrd="0" destOrd="0" parTransId="{4E969B44-3A93-47AF-9E35-FB77A086AC00}" sibTransId="{501CF733-259C-4F01-9817-17BAD7B8C04D}"/>
    <dgm:cxn modelId="{36C0B4F4-83F2-A143-A25E-3F2B44BC89AF}" type="presOf" srcId="{26D11D75-3484-40F4-BC3D-2ED225423546}" destId="{4BB27699-84DF-4225-A14A-DD57A9D8952D}" srcOrd="0" destOrd="0" presId="urn:microsoft.com/office/officeart/2018/2/layout/IconVerticalSolidList"/>
    <dgm:cxn modelId="{FBAFB2FA-4E2F-DC47-9C9C-828A95EA62C8}" srcId="{DFC3FE69-A8EC-4113-91A2-FEA52BCDB0FF}" destId="{56AEA2AD-FE29-504C-9899-ECA06EC95DA9}" srcOrd="2" destOrd="0" parTransId="{F4527F2F-3DD9-DC4A-BD2A-2AFFC968F17E}" sibTransId="{43853D1D-798A-6A40-B0E5-9002596235C8}"/>
    <dgm:cxn modelId="{1EFEBC86-B2FF-3643-B859-FB7ACFF3146C}" type="presParOf" srcId="{B305A929-EA90-4F5E-A29A-6F91C488CAE4}" destId="{A008E28B-27B7-4D8E-B6B2-4C3E336757C6}" srcOrd="0" destOrd="0" presId="urn:microsoft.com/office/officeart/2018/2/layout/IconVerticalSolidList"/>
    <dgm:cxn modelId="{39594C51-5C76-1D42-AF07-7B2E2AE9D2CA}" type="presParOf" srcId="{A008E28B-27B7-4D8E-B6B2-4C3E336757C6}" destId="{EA43CE26-B5CD-40E4-B422-D44EC0759F6A}" srcOrd="0" destOrd="0" presId="urn:microsoft.com/office/officeart/2018/2/layout/IconVerticalSolidList"/>
    <dgm:cxn modelId="{FB379071-78F5-974A-AC85-B9D86A19B272}" type="presParOf" srcId="{A008E28B-27B7-4D8E-B6B2-4C3E336757C6}" destId="{B30E7511-9B96-4720-877A-D03149D9FC09}" srcOrd="1" destOrd="0" presId="urn:microsoft.com/office/officeart/2018/2/layout/IconVerticalSolidList"/>
    <dgm:cxn modelId="{5D5F7A4A-9D48-BD49-960E-A6BBB05B39DA}" type="presParOf" srcId="{A008E28B-27B7-4D8E-B6B2-4C3E336757C6}" destId="{410B3716-CC86-4702-85BD-56C2A6C26DB8}" srcOrd="2" destOrd="0" presId="urn:microsoft.com/office/officeart/2018/2/layout/IconVerticalSolidList"/>
    <dgm:cxn modelId="{AE8AA27E-E66A-5F4D-AD06-06080AE1C9AB}" type="presParOf" srcId="{A008E28B-27B7-4D8E-B6B2-4C3E336757C6}" destId="{59E74038-38EE-4B40-9877-CEE4AA1BDF9B}" srcOrd="3" destOrd="0" presId="urn:microsoft.com/office/officeart/2018/2/layout/IconVerticalSolidList"/>
    <dgm:cxn modelId="{85F8C704-25A5-4C4A-B646-A8AE24E91932}" type="presParOf" srcId="{A008E28B-27B7-4D8E-B6B2-4C3E336757C6}" destId="{4BB27699-84DF-4225-A14A-DD57A9D8952D}" srcOrd="4" destOrd="0" presId="urn:microsoft.com/office/officeart/2018/2/layout/IconVerticalSolidList"/>
    <dgm:cxn modelId="{6B735ADA-2ACE-5B42-B609-D8097E568312}" type="presParOf" srcId="{B305A929-EA90-4F5E-A29A-6F91C488CAE4}" destId="{86802F63-160D-4116-A21F-E3A1EFD42517}" srcOrd="1" destOrd="0" presId="urn:microsoft.com/office/officeart/2018/2/layout/IconVerticalSolidList"/>
    <dgm:cxn modelId="{97AA78F4-7E4B-4B43-8E83-9583C2B229B4}" type="presParOf" srcId="{B305A929-EA90-4F5E-A29A-6F91C488CAE4}" destId="{29A16BA6-16B4-4D2C-B682-9DDDC568D390}" srcOrd="2" destOrd="0" presId="urn:microsoft.com/office/officeart/2018/2/layout/IconVerticalSolidList"/>
    <dgm:cxn modelId="{BAB90046-F14F-1B43-8B20-03CB85D26440}" type="presParOf" srcId="{29A16BA6-16B4-4D2C-B682-9DDDC568D390}" destId="{C22AD3EE-2D38-459A-9DCF-7412C471D9F0}" srcOrd="0" destOrd="0" presId="urn:microsoft.com/office/officeart/2018/2/layout/IconVerticalSolidList"/>
    <dgm:cxn modelId="{CBBD3F3C-9F6D-A241-9BC3-F0A8E6280CE4}" type="presParOf" srcId="{29A16BA6-16B4-4D2C-B682-9DDDC568D390}" destId="{FA8CFFBE-9FE8-4BB7-A17D-1109849E7C8F}" srcOrd="1" destOrd="0" presId="urn:microsoft.com/office/officeart/2018/2/layout/IconVerticalSolidList"/>
    <dgm:cxn modelId="{F8FBE4BC-2977-1E4B-9098-ADCC32D390AA}" type="presParOf" srcId="{29A16BA6-16B4-4D2C-B682-9DDDC568D390}" destId="{ACEB999D-A956-4DC2-8D34-8E33C6AFA08D}" srcOrd="2" destOrd="0" presId="urn:microsoft.com/office/officeart/2018/2/layout/IconVerticalSolidList"/>
    <dgm:cxn modelId="{301AB142-CC88-B94F-8F94-C9519D233A4B}" type="presParOf" srcId="{29A16BA6-16B4-4D2C-B682-9DDDC568D390}" destId="{BEB64FC8-BF5E-40BC-936E-37DE87181D6A}" srcOrd="3" destOrd="0" presId="urn:microsoft.com/office/officeart/2018/2/layout/IconVerticalSolidList"/>
    <dgm:cxn modelId="{F1C92A64-A27F-4B46-AD80-86D336837CFC}" type="presParOf" srcId="{29A16BA6-16B4-4D2C-B682-9DDDC568D390}" destId="{7526447A-04E2-4AAD-B82A-A2C201DE80C8}" srcOrd="4" destOrd="0" presId="urn:microsoft.com/office/officeart/2018/2/layout/IconVerticalSolidList"/>
    <dgm:cxn modelId="{14B1DFE0-F552-B44B-B4FD-85BD23E98149}" type="presParOf" srcId="{B305A929-EA90-4F5E-A29A-6F91C488CAE4}" destId="{DA03CDD9-3BD5-4966-BB9C-8AAE878ED61C}" srcOrd="3" destOrd="0" presId="urn:microsoft.com/office/officeart/2018/2/layout/IconVerticalSolidList"/>
    <dgm:cxn modelId="{CF4F04A2-9EFD-5943-9DDA-9733895F6343}" type="presParOf" srcId="{B305A929-EA90-4F5E-A29A-6F91C488CAE4}" destId="{DFC3DEB2-5ACE-4FE1-859D-67D594760EC2}" srcOrd="4" destOrd="0" presId="urn:microsoft.com/office/officeart/2018/2/layout/IconVerticalSolidList"/>
    <dgm:cxn modelId="{BF16DB54-8395-EA4A-8BCF-481B69EFBDF3}" type="presParOf" srcId="{DFC3DEB2-5ACE-4FE1-859D-67D594760EC2}" destId="{A8D401D4-D075-46A3-9E79-CFDC218AC695}" srcOrd="0" destOrd="0" presId="urn:microsoft.com/office/officeart/2018/2/layout/IconVerticalSolidList"/>
    <dgm:cxn modelId="{B3DF7D8C-E312-D349-A160-1C68DCA463CC}" type="presParOf" srcId="{DFC3DEB2-5ACE-4FE1-859D-67D594760EC2}" destId="{092EE02E-FDFE-4743-9F03-2C26325FBAFD}" srcOrd="1" destOrd="0" presId="urn:microsoft.com/office/officeart/2018/2/layout/IconVerticalSolidList"/>
    <dgm:cxn modelId="{C0DDB9F4-BECF-F44A-AE6D-E3BA7C3443A9}" type="presParOf" srcId="{DFC3DEB2-5ACE-4FE1-859D-67D594760EC2}" destId="{81D04368-D7C0-4CE4-9C6A-543F5DFD121B}" srcOrd="2" destOrd="0" presId="urn:microsoft.com/office/officeart/2018/2/layout/IconVerticalSolidList"/>
    <dgm:cxn modelId="{EB92173F-9BA9-D84F-BF8D-26BE2016E2D9}" type="presParOf" srcId="{DFC3DEB2-5ACE-4FE1-859D-67D594760EC2}" destId="{3AF8378E-0244-4909-9589-237E8AD08A03}" srcOrd="3" destOrd="0" presId="urn:microsoft.com/office/officeart/2018/2/layout/IconVerticalSolidList"/>
    <dgm:cxn modelId="{E8220F20-2396-1345-AB16-681EFB6C82D5}" type="presParOf" srcId="{DFC3DEB2-5ACE-4FE1-859D-67D594760EC2}" destId="{67667A15-824E-4457-9B53-3C60ACC14C7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64893B-BBEC-47F8-A35A-064E9B30BC0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C60273-FC93-46FD-B5D4-FCB1C103BF40}">
      <dgm:prSet phldrT="[Text]"/>
      <dgm:spPr/>
      <dgm:t>
        <a:bodyPr/>
        <a:lstStyle/>
        <a:p>
          <a:r>
            <a:rPr lang="en-US" dirty="0"/>
            <a:t>Coordination</a:t>
          </a:r>
        </a:p>
      </dgm:t>
    </dgm:pt>
    <dgm:pt modelId="{469EF4DC-6501-4FB5-A37D-3E99E88AEB3E}" type="parTrans" cxnId="{6840D4B7-4C71-4547-B693-7376BE0BC1FA}">
      <dgm:prSet/>
      <dgm:spPr/>
      <dgm:t>
        <a:bodyPr/>
        <a:lstStyle/>
        <a:p>
          <a:endParaRPr lang="en-US"/>
        </a:p>
      </dgm:t>
    </dgm:pt>
    <dgm:pt modelId="{A59E333C-982F-4A79-8991-245ACBFF1F6E}" type="sibTrans" cxnId="{6840D4B7-4C71-4547-B693-7376BE0BC1FA}">
      <dgm:prSet/>
      <dgm:spPr/>
      <dgm:t>
        <a:bodyPr/>
        <a:lstStyle/>
        <a:p>
          <a:endParaRPr lang="en-US"/>
        </a:p>
      </dgm:t>
    </dgm:pt>
    <dgm:pt modelId="{74FA8220-256D-40E9-A49D-057FB6F0EE13}">
      <dgm:prSet phldrT="[Text]"/>
      <dgm:spPr/>
      <dgm:t>
        <a:bodyPr/>
        <a:lstStyle/>
        <a:p>
          <a:r>
            <a:rPr lang="en-US" dirty="0"/>
            <a:t>Avoid deviation from target</a:t>
          </a:r>
        </a:p>
      </dgm:t>
    </dgm:pt>
    <dgm:pt modelId="{FEF441C3-B233-4C2D-AF06-C30D97F07C21}" type="parTrans" cxnId="{D3BF24F6-A641-4202-8E86-814FE1057805}">
      <dgm:prSet/>
      <dgm:spPr/>
      <dgm:t>
        <a:bodyPr/>
        <a:lstStyle/>
        <a:p>
          <a:endParaRPr lang="en-US"/>
        </a:p>
      </dgm:t>
    </dgm:pt>
    <dgm:pt modelId="{150BE8B0-5F63-4523-A061-DF76666A1C5A}" type="sibTrans" cxnId="{D3BF24F6-A641-4202-8E86-814FE1057805}">
      <dgm:prSet/>
      <dgm:spPr/>
      <dgm:t>
        <a:bodyPr/>
        <a:lstStyle/>
        <a:p>
          <a:endParaRPr lang="en-US"/>
        </a:p>
      </dgm:t>
    </dgm:pt>
    <dgm:pt modelId="{07E1D35D-9F51-458F-9350-C9BAA68DB9D0}">
      <dgm:prSet phldrT="[Text]"/>
      <dgm:spPr/>
      <dgm:t>
        <a:bodyPr/>
        <a:lstStyle/>
        <a:p>
          <a:r>
            <a:rPr lang="en-US" dirty="0"/>
            <a:t>Clarifying each stage for all members</a:t>
          </a:r>
        </a:p>
      </dgm:t>
    </dgm:pt>
    <dgm:pt modelId="{4046054E-C237-41CC-91A0-440E2223A2CB}" type="parTrans" cxnId="{3720AA29-6A5A-4725-84FA-1E789ABD734B}">
      <dgm:prSet/>
      <dgm:spPr/>
      <dgm:t>
        <a:bodyPr/>
        <a:lstStyle/>
        <a:p>
          <a:endParaRPr lang="en-US"/>
        </a:p>
      </dgm:t>
    </dgm:pt>
    <dgm:pt modelId="{DA391D87-F561-4E53-8FB2-E018AF628AB8}" type="sibTrans" cxnId="{3720AA29-6A5A-4725-84FA-1E789ABD734B}">
      <dgm:prSet/>
      <dgm:spPr/>
      <dgm:t>
        <a:bodyPr/>
        <a:lstStyle/>
        <a:p>
          <a:endParaRPr lang="en-US"/>
        </a:p>
      </dgm:t>
    </dgm:pt>
    <dgm:pt modelId="{85A66641-9247-43CD-B6BA-0B79C2D8FF06}">
      <dgm:prSet phldrT="[Text]"/>
      <dgm:spPr/>
      <dgm:t>
        <a:bodyPr/>
        <a:lstStyle/>
        <a:p>
          <a:r>
            <a:rPr lang="en-US" dirty="0"/>
            <a:t>Assessing Project Status</a:t>
          </a:r>
        </a:p>
      </dgm:t>
    </dgm:pt>
    <dgm:pt modelId="{8E375589-265D-41F6-AA7E-9C0B7BDEEEC1}" type="parTrans" cxnId="{6997FD11-4D9B-492F-B815-89476D01DA47}">
      <dgm:prSet/>
      <dgm:spPr/>
      <dgm:t>
        <a:bodyPr/>
        <a:lstStyle/>
        <a:p>
          <a:endParaRPr lang="en-US"/>
        </a:p>
      </dgm:t>
    </dgm:pt>
    <dgm:pt modelId="{4B144D8B-69A3-4E97-89B4-390664EFEC72}" type="sibTrans" cxnId="{6997FD11-4D9B-492F-B815-89476D01DA47}">
      <dgm:prSet/>
      <dgm:spPr/>
      <dgm:t>
        <a:bodyPr/>
        <a:lstStyle/>
        <a:p>
          <a:endParaRPr lang="en-US"/>
        </a:p>
      </dgm:t>
    </dgm:pt>
    <dgm:pt modelId="{8A3B9F14-E167-4A22-B3E1-8237B09897E0}">
      <dgm:prSet phldrT="[Text]"/>
      <dgm:spPr/>
      <dgm:t>
        <a:bodyPr/>
        <a:lstStyle/>
        <a:p>
          <a:r>
            <a:rPr lang="en-US" dirty="0"/>
            <a:t>Knowing about project progress</a:t>
          </a:r>
        </a:p>
      </dgm:t>
    </dgm:pt>
    <dgm:pt modelId="{0BED9899-8924-4C37-9429-C69A701CA18D}" type="parTrans" cxnId="{34ABD1E7-36E7-429D-9EA2-FE57010F2853}">
      <dgm:prSet/>
      <dgm:spPr/>
      <dgm:t>
        <a:bodyPr/>
        <a:lstStyle/>
        <a:p>
          <a:endParaRPr lang="en-US"/>
        </a:p>
      </dgm:t>
    </dgm:pt>
    <dgm:pt modelId="{D578AB56-F3F5-4981-913B-634FC9399BBB}" type="sibTrans" cxnId="{34ABD1E7-36E7-429D-9EA2-FE57010F2853}">
      <dgm:prSet/>
      <dgm:spPr/>
      <dgm:t>
        <a:bodyPr/>
        <a:lstStyle/>
        <a:p>
          <a:endParaRPr lang="en-US"/>
        </a:p>
      </dgm:t>
    </dgm:pt>
    <dgm:pt modelId="{D15E6E9B-E944-4CD5-AF2C-31DD544AEF7C}">
      <dgm:prSet phldrT="[Text]"/>
      <dgm:spPr/>
      <dgm:t>
        <a:bodyPr/>
        <a:lstStyle/>
        <a:p>
          <a:r>
            <a:rPr lang="en-US" dirty="0"/>
            <a:t>Project executed as planned for </a:t>
          </a:r>
        </a:p>
      </dgm:t>
    </dgm:pt>
    <dgm:pt modelId="{A342E24C-9BF8-45BA-8D6A-EC34A707494D}" type="parTrans" cxnId="{C2F5E792-2DB4-4FD9-A287-C228F82199D2}">
      <dgm:prSet/>
      <dgm:spPr/>
      <dgm:t>
        <a:bodyPr/>
        <a:lstStyle/>
        <a:p>
          <a:endParaRPr lang="en-US"/>
        </a:p>
      </dgm:t>
    </dgm:pt>
    <dgm:pt modelId="{A4BA21D2-343C-4345-BF6E-9B8F09F91330}" type="sibTrans" cxnId="{C2F5E792-2DB4-4FD9-A287-C228F82199D2}">
      <dgm:prSet/>
      <dgm:spPr/>
      <dgm:t>
        <a:bodyPr/>
        <a:lstStyle/>
        <a:p>
          <a:endParaRPr lang="en-US"/>
        </a:p>
      </dgm:t>
    </dgm:pt>
    <dgm:pt modelId="{66A8E315-D827-4D08-90C5-19D466EB5A31}">
      <dgm:prSet phldrT="[Text]"/>
      <dgm:spPr/>
      <dgm:t>
        <a:bodyPr/>
        <a:lstStyle/>
        <a:p>
          <a:r>
            <a:rPr lang="en-US" dirty="0"/>
            <a:t>Corrective Actions</a:t>
          </a:r>
        </a:p>
      </dgm:t>
    </dgm:pt>
    <dgm:pt modelId="{B7AC3076-0B53-417D-A898-50250212293A}" type="parTrans" cxnId="{8494669F-E5F4-4194-8281-652CDCB94A4F}">
      <dgm:prSet/>
      <dgm:spPr/>
      <dgm:t>
        <a:bodyPr/>
        <a:lstStyle/>
        <a:p>
          <a:endParaRPr lang="en-US"/>
        </a:p>
      </dgm:t>
    </dgm:pt>
    <dgm:pt modelId="{38779E4E-5D5F-4DA0-8FF0-B3BB0438D5DD}" type="sibTrans" cxnId="{8494669F-E5F4-4194-8281-652CDCB94A4F}">
      <dgm:prSet/>
      <dgm:spPr/>
      <dgm:t>
        <a:bodyPr/>
        <a:lstStyle/>
        <a:p>
          <a:endParaRPr lang="en-US"/>
        </a:p>
      </dgm:t>
    </dgm:pt>
    <dgm:pt modelId="{D9C9A144-0D7A-46B8-AF00-A90B9B0FECBC}">
      <dgm:prSet phldrT="[Text]"/>
      <dgm:spPr/>
      <dgm:t>
        <a:bodyPr/>
        <a:lstStyle/>
        <a:p>
          <a:r>
            <a:rPr lang="en-US" dirty="0"/>
            <a:t>When there is a deviation from target</a:t>
          </a:r>
        </a:p>
      </dgm:t>
    </dgm:pt>
    <dgm:pt modelId="{BFF9E67F-1ED7-4E1E-8BD7-CABF92422763}" type="parTrans" cxnId="{3B899F97-22AC-491F-B2EE-22F51F4309A0}">
      <dgm:prSet/>
      <dgm:spPr/>
      <dgm:t>
        <a:bodyPr/>
        <a:lstStyle/>
        <a:p>
          <a:endParaRPr lang="en-US"/>
        </a:p>
      </dgm:t>
    </dgm:pt>
    <dgm:pt modelId="{582CB034-5590-4CE1-80C6-058F8715E62B}" type="sibTrans" cxnId="{3B899F97-22AC-491F-B2EE-22F51F4309A0}">
      <dgm:prSet/>
      <dgm:spPr/>
      <dgm:t>
        <a:bodyPr/>
        <a:lstStyle/>
        <a:p>
          <a:endParaRPr lang="en-US"/>
        </a:p>
      </dgm:t>
    </dgm:pt>
    <dgm:pt modelId="{7A36DAF3-D22A-497C-9864-B292F711A5F4}">
      <dgm:prSet phldrT="[Text]"/>
      <dgm:spPr/>
      <dgm:t>
        <a:bodyPr/>
        <a:lstStyle/>
        <a:p>
          <a:r>
            <a:rPr lang="en-US" dirty="0"/>
            <a:t> Return back to track</a:t>
          </a:r>
        </a:p>
      </dgm:t>
    </dgm:pt>
    <dgm:pt modelId="{8717CE51-4506-4673-A2C3-3FAB903186E2}" type="parTrans" cxnId="{AE966BA5-D32C-4505-A489-BD33C1D87728}">
      <dgm:prSet/>
      <dgm:spPr/>
      <dgm:t>
        <a:bodyPr/>
        <a:lstStyle/>
        <a:p>
          <a:endParaRPr lang="en-US"/>
        </a:p>
      </dgm:t>
    </dgm:pt>
    <dgm:pt modelId="{C2E62A3E-1FA6-4F45-9B80-EECF3CC4DBF1}" type="sibTrans" cxnId="{AE966BA5-D32C-4505-A489-BD33C1D87728}">
      <dgm:prSet/>
      <dgm:spPr/>
      <dgm:t>
        <a:bodyPr/>
        <a:lstStyle/>
        <a:p>
          <a:endParaRPr lang="en-US"/>
        </a:p>
      </dgm:t>
    </dgm:pt>
    <dgm:pt modelId="{6FD1F11C-1522-F94C-A1FD-0BE94DA62BD5}" type="pres">
      <dgm:prSet presAssocID="{7F64893B-BBEC-47F8-A35A-064E9B30BC0D}" presName="Name0" presStyleCnt="0">
        <dgm:presLayoutVars>
          <dgm:dir/>
          <dgm:animLvl val="lvl"/>
          <dgm:resizeHandles val="exact"/>
        </dgm:presLayoutVars>
      </dgm:prSet>
      <dgm:spPr/>
    </dgm:pt>
    <dgm:pt modelId="{08FA0F65-C436-C24C-83E2-21B25DBCB73A}" type="pres">
      <dgm:prSet presAssocID="{1AC60273-FC93-46FD-B5D4-FCB1C103BF40}" presName="composite" presStyleCnt="0"/>
      <dgm:spPr/>
    </dgm:pt>
    <dgm:pt modelId="{9E8FC49B-5664-6C41-A845-FEDD9137BFB0}" type="pres">
      <dgm:prSet presAssocID="{1AC60273-FC93-46FD-B5D4-FCB1C103BF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3618439-11B2-F944-BEC7-72A802F40CFF}" type="pres">
      <dgm:prSet presAssocID="{1AC60273-FC93-46FD-B5D4-FCB1C103BF40}" presName="desTx" presStyleLbl="alignAccFollowNode1" presStyleIdx="0" presStyleCnt="3">
        <dgm:presLayoutVars>
          <dgm:bulletEnabled val="1"/>
        </dgm:presLayoutVars>
      </dgm:prSet>
      <dgm:spPr/>
    </dgm:pt>
    <dgm:pt modelId="{051798F0-AB95-144F-9FB1-E389E0C9D610}" type="pres">
      <dgm:prSet presAssocID="{A59E333C-982F-4A79-8991-245ACBFF1F6E}" presName="space" presStyleCnt="0"/>
      <dgm:spPr/>
    </dgm:pt>
    <dgm:pt modelId="{952F687C-6777-2745-9FBB-A5BE1888B51A}" type="pres">
      <dgm:prSet presAssocID="{85A66641-9247-43CD-B6BA-0B79C2D8FF06}" presName="composite" presStyleCnt="0"/>
      <dgm:spPr/>
    </dgm:pt>
    <dgm:pt modelId="{B950E2E4-FA53-2A40-822E-8FF1FEE25AD3}" type="pres">
      <dgm:prSet presAssocID="{85A66641-9247-43CD-B6BA-0B79C2D8FF0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34B2A88-7E45-054C-A26F-37D57A70B703}" type="pres">
      <dgm:prSet presAssocID="{85A66641-9247-43CD-B6BA-0B79C2D8FF06}" presName="desTx" presStyleLbl="alignAccFollowNode1" presStyleIdx="1" presStyleCnt="3">
        <dgm:presLayoutVars>
          <dgm:bulletEnabled val="1"/>
        </dgm:presLayoutVars>
      </dgm:prSet>
      <dgm:spPr/>
    </dgm:pt>
    <dgm:pt modelId="{A8552776-B898-7E44-8B16-6B6BD135D256}" type="pres">
      <dgm:prSet presAssocID="{4B144D8B-69A3-4E97-89B4-390664EFEC72}" presName="space" presStyleCnt="0"/>
      <dgm:spPr/>
    </dgm:pt>
    <dgm:pt modelId="{7D317B77-09BC-9A49-9C02-813A0DE32D59}" type="pres">
      <dgm:prSet presAssocID="{66A8E315-D827-4D08-90C5-19D466EB5A31}" presName="composite" presStyleCnt="0"/>
      <dgm:spPr/>
    </dgm:pt>
    <dgm:pt modelId="{6362F291-1523-1941-944D-DCF74F6ADF7F}" type="pres">
      <dgm:prSet presAssocID="{66A8E315-D827-4D08-90C5-19D466EB5A3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5EB1148-AF58-F64A-9FA9-369FFC094928}" type="pres">
      <dgm:prSet presAssocID="{66A8E315-D827-4D08-90C5-19D466EB5A3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08BF701-6893-3141-A189-5F684364EF96}" type="presOf" srcId="{07E1D35D-9F51-458F-9350-C9BAA68DB9D0}" destId="{63618439-11B2-F944-BEC7-72A802F40CFF}" srcOrd="0" destOrd="1" presId="urn:microsoft.com/office/officeart/2005/8/layout/hList1"/>
    <dgm:cxn modelId="{778D9104-3E78-2642-9C30-60CF9A6B6E77}" type="presOf" srcId="{66A8E315-D827-4D08-90C5-19D466EB5A31}" destId="{6362F291-1523-1941-944D-DCF74F6ADF7F}" srcOrd="0" destOrd="0" presId="urn:microsoft.com/office/officeart/2005/8/layout/hList1"/>
    <dgm:cxn modelId="{EDDAFB0E-7D5D-E240-AA98-C52E2177A8FB}" type="presOf" srcId="{74FA8220-256D-40E9-A49D-057FB6F0EE13}" destId="{63618439-11B2-F944-BEC7-72A802F40CFF}" srcOrd="0" destOrd="0" presId="urn:microsoft.com/office/officeart/2005/8/layout/hList1"/>
    <dgm:cxn modelId="{C1AF820F-4F73-A346-8261-F0C170F719FA}" type="presOf" srcId="{85A66641-9247-43CD-B6BA-0B79C2D8FF06}" destId="{B950E2E4-FA53-2A40-822E-8FF1FEE25AD3}" srcOrd="0" destOrd="0" presId="urn:microsoft.com/office/officeart/2005/8/layout/hList1"/>
    <dgm:cxn modelId="{6997FD11-4D9B-492F-B815-89476D01DA47}" srcId="{7F64893B-BBEC-47F8-A35A-064E9B30BC0D}" destId="{85A66641-9247-43CD-B6BA-0B79C2D8FF06}" srcOrd="1" destOrd="0" parTransId="{8E375589-265D-41F6-AA7E-9C0B7BDEEEC1}" sibTransId="{4B144D8B-69A3-4E97-89B4-390664EFEC72}"/>
    <dgm:cxn modelId="{3720AA29-6A5A-4725-84FA-1E789ABD734B}" srcId="{1AC60273-FC93-46FD-B5D4-FCB1C103BF40}" destId="{07E1D35D-9F51-458F-9350-C9BAA68DB9D0}" srcOrd="1" destOrd="0" parTransId="{4046054E-C237-41CC-91A0-440E2223A2CB}" sibTransId="{DA391D87-F561-4E53-8FB2-E018AF628AB8}"/>
    <dgm:cxn modelId="{E7DFA664-EF0B-3945-A060-E4FCE1C3ADCA}" type="presOf" srcId="{8A3B9F14-E167-4A22-B3E1-8237B09897E0}" destId="{434B2A88-7E45-054C-A26F-37D57A70B703}" srcOrd="0" destOrd="0" presId="urn:microsoft.com/office/officeart/2005/8/layout/hList1"/>
    <dgm:cxn modelId="{C754ED4D-4569-D545-BAD3-7456C90D45EC}" type="presOf" srcId="{7F64893B-BBEC-47F8-A35A-064E9B30BC0D}" destId="{6FD1F11C-1522-F94C-A1FD-0BE94DA62BD5}" srcOrd="0" destOrd="0" presId="urn:microsoft.com/office/officeart/2005/8/layout/hList1"/>
    <dgm:cxn modelId="{F29AD970-271C-9F48-AF52-D4015D3560CA}" type="presOf" srcId="{7A36DAF3-D22A-497C-9864-B292F711A5F4}" destId="{E5EB1148-AF58-F64A-9FA9-369FFC094928}" srcOrd="0" destOrd="1" presId="urn:microsoft.com/office/officeart/2005/8/layout/hList1"/>
    <dgm:cxn modelId="{E1292374-049F-864B-9151-1ED4DEE8A324}" type="presOf" srcId="{D9C9A144-0D7A-46B8-AF00-A90B9B0FECBC}" destId="{E5EB1148-AF58-F64A-9FA9-369FFC094928}" srcOrd="0" destOrd="0" presId="urn:microsoft.com/office/officeart/2005/8/layout/hList1"/>
    <dgm:cxn modelId="{C2F5E792-2DB4-4FD9-A287-C228F82199D2}" srcId="{85A66641-9247-43CD-B6BA-0B79C2D8FF06}" destId="{D15E6E9B-E944-4CD5-AF2C-31DD544AEF7C}" srcOrd="1" destOrd="0" parTransId="{A342E24C-9BF8-45BA-8D6A-EC34A707494D}" sibTransId="{A4BA21D2-343C-4345-BF6E-9B8F09F91330}"/>
    <dgm:cxn modelId="{3B899F97-22AC-491F-B2EE-22F51F4309A0}" srcId="{66A8E315-D827-4D08-90C5-19D466EB5A31}" destId="{D9C9A144-0D7A-46B8-AF00-A90B9B0FECBC}" srcOrd="0" destOrd="0" parTransId="{BFF9E67F-1ED7-4E1E-8BD7-CABF92422763}" sibTransId="{582CB034-5590-4CE1-80C6-058F8715E62B}"/>
    <dgm:cxn modelId="{8494669F-E5F4-4194-8281-652CDCB94A4F}" srcId="{7F64893B-BBEC-47F8-A35A-064E9B30BC0D}" destId="{66A8E315-D827-4D08-90C5-19D466EB5A31}" srcOrd="2" destOrd="0" parTransId="{B7AC3076-0B53-417D-A898-50250212293A}" sibTransId="{38779E4E-5D5F-4DA0-8FF0-B3BB0438D5DD}"/>
    <dgm:cxn modelId="{AE966BA5-D32C-4505-A489-BD33C1D87728}" srcId="{66A8E315-D827-4D08-90C5-19D466EB5A31}" destId="{7A36DAF3-D22A-497C-9864-B292F711A5F4}" srcOrd="1" destOrd="0" parTransId="{8717CE51-4506-4673-A2C3-3FAB903186E2}" sibTransId="{C2E62A3E-1FA6-4F45-9B80-EECF3CC4DBF1}"/>
    <dgm:cxn modelId="{6ED188A6-A554-7A4C-8473-8B8DEDF2AFCF}" type="presOf" srcId="{1AC60273-FC93-46FD-B5D4-FCB1C103BF40}" destId="{9E8FC49B-5664-6C41-A845-FEDD9137BFB0}" srcOrd="0" destOrd="0" presId="urn:microsoft.com/office/officeart/2005/8/layout/hList1"/>
    <dgm:cxn modelId="{E268A1B5-D7A3-2049-B670-4135162A1516}" type="presOf" srcId="{D15E6E9B-E944-4CD5-AF2C-31DD544AEF7C}" destId="{434B2A88-7E45-054C-A26F-37D57A70B703}" srcOrd="0" destOrd="1" presId="urn:microsoft.com/office/officeart/2005/8/layout/hList1"/>
    <dgm:cxn modelId="{6840D4B7-4C71-4547-B693-7376BE0BC1FA}" srcId="{7F64893B-BBEC-47F8-A35A-064E9B30BC0D}" destId="{1AC60273-FC93-46FD-B5D4-FCB1C103BF40}" srcOrd="0" destOrd="0" parTransId="{469EF4DC-6501-4FB5-A37D-3E99E88AEB3E}" sibTransId="{A59E333C-982F-4A79-8991-245ACBFF1F6E}"/>
    <dgm:cxn modelId="{34ABD1E7-36E7-429D-9EA2-FE57010F2853}" srcId="{85A66641-9247-43CD-B6BA-0B79C2D8FF06}" destId="{8A3B9F14-E167-4A22-B3E1-8237B09897E0}" srcOrd="0" destOrd="0" parTransId="{0BED9899-8924-4C37-9429-C69A701CA18D}" sibTransId="{D578AB56-F3F5-4981-913B-634FC9399BBB}"/>
    <dgm:cxn modelId="{D3BF24F6-A641-4202-8E86-814FE1057805}" srcId="{1AC60273-FC93-46FD-B5D4-FCB1C103BF40}" destId="{74FA8220-256D-40E9-A49D-057FB6F0EE13}" srcOrd="0" destOrd="0" parTransId="{FEF441C3-B233-4C2D-AF06-C30D97F07C21}" sibTransId="{150BE8B0-5F63-4523-A061-DF76666A1C5A}"/>
    <dgm:cxn modelId="{D4BB5E6F-4AD2-5B4F-ABA5-CC99B6F6DA5E}" type="presParOf" srcId="{6FD1F11C-1522-F94C-A1FD-0BE94DA62BD5}" destId="{08FA0F65-C436-C24C-83E2-21B25DBCB73A}" srcOrd="0" destOrd="0" presId="urn:microsoft.com/office/officeart/2005/8/layout/hList1"/>
    <dgm:cxn modelId="{83C02660-D4F2-1B4B-9F71-35FF9221093B}" type="presParOf" srcId="{08FA0F65-C436-C24C-83E2-21B25DBCB73A}" destId="{9E8FC49B-5664-6C41-A845-FEDD9137BFB0}" srcOrd="0" destOrd="0" presId="urn:microsoft.com/office/officeart/2005/8/layout/hList1"/>
    <dgm:cxn modelId="{54C53F88-B06D-E040-B8BC-690071EC20A1}" type="presParOf" srcId="{08FA0F65-C436-C24C-83E2-21B25DBCB73A}" destId="{63618439-11B2-F944-BEC7-72A802F40CFF}" srcOrd="1" destOrd="0" presId="urn:microsoft.com/office/officeart/2005/8/layout/hList1"/>
    <dgm:cxn modelId="{69AEF0F0-4197-3C42-A71F-95C7294AE786}" type="presParOf" srcId="{6FD1F11C-1522-F94C-A1FD-0BE94DA62BD5}" destId="{051798F0-AB95-144F-9FB1-E389E0C9D610}" srcOrd="1" destOrd="0" presId="urn:microsoft.com/office/officeart/2005/8/layout/hList1"/>
    <dgm:cxn modelId="{FE0F76E5-5E47-FF4D-9609-48F0D57C80E3}" type="presParOf" srcId="{6FD1F11C-1522-F94C-A1FD-0BE94DA62BD5}" destId="{952F687C-6777-2745-9FBB-A5BE1888B51A}" srcOrd="2" destOrd="0" presId="urn:microsoft.com/office/officeart/2005/8/layout/hList1"/>
    <dgm:cxn modelId="{726B810D-D7F2-114D-8A65-A8831AFC3871}" type="presParOf" srcId="{952F687C-6777-2745-9FBB-A5BE1888B51A}" destId="{B950E2E4-FA53-2A40-822E-8FF1FEE25AD3}" srcOrd="0" destOrd="0" presId="urn:microsoft.com/office/officeart/2005/8/layout/hList1"/>
    <dgm:cxn modelId="{36EFBDEC-5787-DC4A-9C80-644BCB06F91A}" type="presParOf" srcId="{952F687C-6777-2745-9FBB-A5BE1888B51A}" destId="{434B2A88-7E45-054C-A26F-37D57A70B703}" srcOrd="1" destOrd="0" presId="urn:microsoft.com/office/officeart/2005/8/layout/hList1"/>
    <dgm:cxn modelId="{C6420A3C-C7ED-2C4A-AA9D-72CC6A90B9A8}" type="presParOf" srcId="{6FD1F11C-1522-F94C-A1FD-0BE94DA62BD5}" destId="{A8552776-B898-7E44-8B16-6B6BD135D256}" srcOrd="3" destOrd="0" presId="urn:microsoft.com/office/officeart/2005/8/layout/hList1"/>
    <dgm:cxn modelId="{011F3837-6F27-7146-9E2F-F1F76ACC0692}" type="presParOf" srcId="{6FD1F11C-1522-F94C-A1FD-0BE94DA62BD5}" destId="{7D317B77-09BC-9A49-9C02-813A0DE32D59}" srcOrd="4" destOrd="0" presId="urn:microsoft.com/office/officeart/2005/8/layout/hList1"/>
    <dgm:cxn modelId="{27D95A14-E1C2-044C-A782-5BA3E30ADD0B}" type="presParOf" srcId="{7D317B77-09BC-9A49-9C02-813A0DE32D59}" destId="{6362F291-1523-1941-944D-DCF74F6ADF7F}" srcOrd="0" destOrd="0" presId="urn:microsoft.com/office/officeart/2005/8/layout/hList1"/>
    <dgm:cxn modelId="{79A75857-C009-AD47-AC69-D3F662E76A50}" type="presParOf" srcId="{7D317B77-09BC-9A49-9C02-813A0DE32D59}" destId="{E5EB1148-AF58-F64A-9FA9-369FFC09492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EC9D11-7D7A-4DAE-926A-2DFF898AF2F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ED81F26-5021-40F9-B056-EBA10CD51B07}">
      <dgm:prSet/>
      <dgm:spPr/>
      <dgm:t>
        <a:bodyPr/>
        <a:lstStyle/>
        <a:p>
          <a:r>
            <a:rPr lang="en-US"/>
            <a:t>Checking on Project Progress</a:t>
          </a:r>
        </a:p>
      </dgm:t>
    </dgm:pt>
    <dgm:pt modelId="{E14BE560-A240-4006-8EDA-E94E7431ED0A}" type="parTrans" cxnId="{0C43C72B-F9C2-4AEA-8BE3-2B0AFCF3FEB3}">
      <dgm:prSet/>
      <dgm:spPr/>
      <dgm:t>
        <a:bodyPr/>
        <a:lstStyle/>
        <a:p>
          <a:endParaRPr lang="en-US"/>
        </a:p>
      </dgm:t>
    </dgm:pt>
    <dgm:pt modelId="{08529F82-DD1F-4DDF-9007-79C181B17B52}" type="sibTrans" cxnId="{0C43C72B-F9C2-4AEA-8BE3-2B0AFCF3FEB3}">
      <dgm:prSet/>
      <dgm:spPr/>
      <dgm:t>
        <a:bodyPr/>
        <a:lstStyle/>
        <a:p>
          <a:endParaRPr lang="en-US"/>
        </a:p>
      </dgm:t>
    </dgm:pt>
    <dgm:pt modelId="{B1176DD6-9892-4661-A845-C17AA0061B25}">
      <dgm:prSet/>
      <dgm:spPr/>
      <dgm:t>
        <a:bodyPr/>
        <a:lstStyle/>
        <a:p>
          <a:r>
            <a:rPr lang="en-US" dirty="0"/>
            <a:t>Ensure that what you're trying to develop is meeting with customer needs.</a:t>
          </a:r>
        </a:p>
      </dgm:t>
    </dgm:pt>
    <dgm:pt modelId="{5A8AA95F-7278-4F9A-9FA1-BDD6E8740C9F}" type="parTrans" cxnId="{D46985F3-C3B8-4AC6-A3D4-4C4E1371618D}">
      <dgm:prSet/>
      <dgm:spPr/>
      <dgm:t>
        <a:bodyPr/>
        <a:lstStyle/>
        <a:p>
          <a:endParaRPr lang="en-US"/>
        </a:p>
      </dgm:t>
    </dgm:pt>
    <dgm:pt modelId="{F1303A39-4112-4A7D-B8AD-8B39213EFA57}" type="sibTrans" cxnId="{D46985F3-C3B8-4AC6-A3D4-4C4E1371618D}">
      <dgm:prSet/>
      <dgm:spPr/>
      <dgm:t>
        <a:bodyPr/>
        <a:lstStyle/>
        <a:p>
          <a:endParaRPr lang="en-US"/>
        </a:p>
      </dgm:t>
    </dgm:pt>
    <dgm:pt modelId="{23FBA5E1-95E0-49A3-8D95-6A9BDFFBE1BC}">
      <dgm:prSet/>
      <dgm:spPr/>
      <dgm:t>
        <a:bodyPr/>
        <a:lstStyle/>
        <a:p>
          <a:r>
            <a:rPr lang="en-US"/>
            <a:t>Identifying strengthen and weakness points</a:t>
          </a:r>
        </a:p>
      </dgm:t>
    </dgm:pt>
    <dgm:pt modelId="{07600C4A-3547-42CE-AE1C-27E17AD6D923}" type="parTrans" cxnId="{9220FD02-D730-4A30-B382-2E460DCB0859}">
      <dgm:prSet/>
      <dgm:spPr/>
      <dgm:t>
        <a:bodyPr/>
        <a:lstStyle/>
        <a:p>
          <a:endParaRPr lang="en-US"/>
        </a:p>
      </dgm:t>
    </dgm:pt>
    <dgm:pt modelId="{493F3F0B-B621-4B96-A0EF-6BA2A47084C3}" type="sibTrans" cxnId="{9220FD02-D730-4A30-B382-2E460DCB0859}">
      <dgm:prSet/>
      <dgm:spPr/>
      <dgm:t>
        <a:bodyPr/>
        <a:lstStyle/>
        <a:p>
          <a:endParaRPr lang="en-US"/>
        </a:p>
      </dgm:t>
    </dgm:pt>
    <dgm:pt modelId="{805AD108-D6FD-4B5F-9C38-5EAD2DAB87D7}">
      <dgm:prSet/>
      <dgm:spPr/>
      <dgm:t>
        <a:bodyPr/>
        <a:lstStyle/>
        <a:p>
          <a:r>
            <a:rPr lang="en-US"/>
            <a:t>Check on project resources (money, time, work power…etc.)</a:t>
          </a:r>
        </a:p>
      </dgm:t>
    </dgm:pt>
    <dgm:pt modelId="{F7F45C66-012B-4A6C-873E-6EBE2718DEC3}" type="parTrans" cxnId="{BB5BD6E0-FE96-4000-91D4-AF0491A41363}">
      <dgm:prSet/>
      <dgm:spPr/>
      <dgm:t>
        <a:bodyPr/>
        <a:lstStyle/>
        <a:p>
          <a:endParaRPr lang="en-US"/>
        </a:p>
      </dgm:t>
    </dgm:pt>
    <dgm:pt modelId="{434FC743-1FCD-4E7A-AA01-43A210215591}" type="sibTrans" cxnId="{BB5BD6E0-FE96-4000-91D4-AF0491A41363}">
      <dgm:prSet/>
      <dgm:spPr/>
      <dgm:t>
        <a:bodyPr/>
        <a:lstStyle/>
        <a:p>
          <a:endParaRPr lang="en-US"/>
        </a:p>
      </dgm:t>
    </dgm:pt>
    <dgm:pt modelId="{B4A31FAA-F0B9-40F6-B363-9C156875AD24}">
      <dgm:prSet/>
      <dgm:spPr/>
      <dgm:t>
        <a:bodyPr/>
        <a:lstStyle/>
        <a:p>
          <a:r>
            <a:rPr lang="en-US"/>
            <a:t>Share the project progress with all members.</a:t>
          </a:r>
        </a:p>
      </dgm:t>
    </dgm:pt>
    <dgm:pt modelId="{5E496DAF-C337-4CD0-9AB6-455E4FFC759F}" type="parTrans" cxnId="{7E6125B8-8F96-425F-989C-69C075A0E42C}">
      <dgm:prSet/>
      <dgm:spPr/>
      <dgm:t>
        <a:bodyPr/>
        <a:lstStyle/>
        <a:p>
          <a:endParaRPr lang="en-US"/>
        </a:p>
      </dgm:t>
    </dgm:pt>
    <dgm:pt modelId="{8BD8CACB-2152-474D-897B-72642C37E2EE}" type="sibTrans" cxnId="{7E6125B8-8F96-425F-989C-69C075A0E42C}">
      <dgm:prSet/>
      <dgm:spPr/>
      <dgm:t>
        <a:bodyPr/>
        <a:lstStyle/>
        <a:p>
          <a:endParaRPr lang="en-US"/>
        </a:p>
      </dgm:t>
    </dgm:pt>
    <dgm:pt modelId="{E1516B1A-A77B-43FC-A752-FDD3A72A5CC0}" type="pres">
      <dgm:prSet presAssocID="{C4EC9D11-7D7A-4DAE-926A-2DFF898AF2FD}" presName="root" presStyleCnt="0">
        <dgm:presLayoutVars>
          <dgm:dir/>
          <dgm:resizeHandles val="exact"/>
        </dgm:presLayoutVars>
      </dgm:prSet>
      <dgm:spPr/>
    </dgm:pt>
    <dgm:pt modelId="{08B23E72-F98B-48B2-B5F2-4E2BBE33BA78}" type="pres">
      <dgm:prSet presAssocID="{DED81F26-5021-40F9-B056-EBA10CD51B07}" presName="compNode" presStyleCnt="0"/>
      <dgm:spPr/>
    </dgm:pt>
    <dgm:pt modelId="{457D6E43-1E47-4D16-B973-EBD882024054}" type="pres">
      <dgm:prSet presAssocID="{DED81F26-5021-40F9-B056-EBA10CD51B0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D7DEAE5-7F2B-4FEF-8C3B-0B5C62595898}" type="pres">
      <dgm:prSet presAssocID="{DED81F26-5021-40F9-B056-EBA10CD51B07}" presName="spaceRect" presStyleCnt="0"/>
      <dgm:spPr/>
    </dgm:pt>
    <dgm:pt modelId="{CA94C72D-324A-4620-B2FA-4ED53EB73A34}" type="pres">
      <dgm:prSet presAssocID="{DED81F26-5021-40F9-B056-EBA10CD51B07}" presName="textRect" presStyleLbl="revTx" presStyleIdx="0" presStyleCnt="5">
        <dgm:presLayoutVars>
          <dgm:chMax val="1"/>
          <dgm:chPref val="1"/>
        </dgm:presLayoutVars>
      </dgm:prSet>
      <dgm:spPr/>
    </dgm:pt>
    <dgm:pt modelId="{47B724CC-1A87-473D-A3F0-65F138E52224}" type="pres">
      <dgm:prSet presAssocID="{08529F82-DD1F-4DDF-9007-79C181B17B52}" presName="sibTrans" presStyleCnt="0"/>
      <dgm:spPr/>
    </dgm:pt>
    <dgm:pt modelId="{97C20652-6AAB-41D5-A050-568C9124DD96}" type="pres">
      <dgm:prSet presAssocID="{B1176DD6-9892-4661-A845-C17AA0061B25}" presName="compNode" presStyleCnt="0"/>
      <dgm:spPr/>
    </dgm:pt>
    <dgm:pt modelId="{7288B4C1-706D-46B3-A7ED-6DCBFC256D5A}" type="pres">
      <dgm:prSet presAssocID="{B1176DD6-9892-4661-A845-C17AA0061B2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C4776CDA-AA42-41C6-ACF6-E425AAD6D133}" type="pres">
      <dgm:prSet presAssocID="{B1176DD6-9892-4661-A845-C17AA0061B25}" presName="spaceRect" presStyleCnt="0"/>
      <dgm:spPr/>
    </dgm:pt>
    <dgm:pt modelId="{A5DCFF3C-C624-43D5-BE6B-D5EE9629AEDA}" type="pres">
      <dgm:prSet presAssocID="{B1176DD6-9892-4661-A845-C17AA0061B25}" presName="textRect" presStyleLbl="revTx" presStyleIdx="1" presStyleCnt="5">
        <dgm:presLayoutVars>
          <dgm:chMax val="1"/>
          <dgm:chPref val="1"/>
        </dgm:presLayoutVars>
      </dgm:prSet>
      <dgm:spPr/>
    </dgm:pt>
    <dgm:pt modelId="{F044200C-E1D7-49A0-B1F9-9D73B1D9FBD1}" type="pres">
      <dgm:prSet presAssocID="{F1303A39-4112-4A7D-B8AD-8B39213EFA57}" presName="sibTrans" presStyleCnt="0"/>
      <dgm:spPr/>
    </dgm:pt>
    <dgm:pt modelId="{0B46AE46-BE09-4022-9DF3-70E3CCA36B22}" type="pres">
      <dgm:prSet presAssocID="{23FBA5E1-95E0-49A3-8D95-6A9BDFFBE1BC}" presName="compNode" presStyleCnt="0"/>
      <dgm:spPr/>
    </dgm:pt>
    <dgm:pt modelId="{36985265-A7C0-4A29-959E-4BD64E25A288}" type="pres">
      <dgm:prSet presAssocID="{23FBA5E1-95E0-49A3-8D95-6A9BDFFBE1B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C071215-3E06-4F71-B13F-CC5ED05C4FEA}" type="pres">
      <dgm:prSet presAssocID="{23FBA5E1-95E0-49A3-8D95-6A9BDFFBE1BC}" presName="spaceRect" presStyleCnt="0"/>
      <dgm:spPr/>
    </dgm:pt>
    <dgm:pt modelId="{D5921ACF-BD3C-4DD6-ACB3-2E80377D4051}" type="pres">
      <dgm:prSet presAssocID="{23FBA5E1-95E0-49A3-8D95-6A9BDFFBE1BC}" presName="textRect" presStyleLbl="revTx" presStyleIdx="2" presStyleCnt="5">
        <dgm:presLayoutVars>
          <dgm:chMax val="1"/>
          <dgm:chPref val="1"/>
        </dgm:presLayoutVars>
      </dgm:prSet>
      <dgm:spPr/>
    </dgm:pt>
    <dgm:pt modelId="{BD7EA77F-6A36-4293-A358-A7A82BE9DBDE}" type="pres">
      <dgm:prSet presAssocID="{493F3F0B-B621-4B96-A0EF-6BA2A47084C3}" presName="sibTrans" presStyleCnt="0"/>
      <dgm:spPr/>
    </dgm:pt>
    <dgm:pt modelId="{07F25F6D-9C37-4CAA-9A9F-DA42A35445FA}" type="pres">
      <dgm:prSet presAssocID="{805AD108-D6FD-4B5F-9C38-5EAD2DAB87D7}" presName="compNode" presStyleCnt="0"/>
      <dgm:spPr/>
    </dgm:pt>
    <dgm:pt modelId="{B420513C-AC66-4ECB-A989-E25D83983A33}" type="pres">
      <dgm:prSet presAssocID="{805AD108-D6FD-4B5F-9C38-5EAD2DAB87D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D943A4B2-819B-4993-881A-58C50821C5F1}" type="pres">
      <dgm:prSet presAssocID="{805AD108-D6FD-4B5F-9C38-5EAD2DAB87D7}" presName="spaceRect" presStyleCnt="0"/>
      <dgm:spPr/>
    </dgm:pt>
    <dgm:pt modelId="{78482976-ACA2-413B-ABF6-64DF3C7F42AF}" type="pres">
      <dgm:prSet presAssocID="{805AD108-D6FD-4B5F-9C38-5EAD2DAB87D7}" presName="textRect" presStyleLbl="revTx" presStyleIdx="3" presStyleCnt="5">
        <dgm:presLayoutVars>
          <dgm:chMax val="1"/>
          <dgm:chPref val="1"/>
        </dgm:presLayoutVars>
      </dgm:prSet>
      <dgm:spPr/>
    </dgm:pt>
    <dgm:pt modelId="{47AFFBA4-953F-40A6-85F7-32AE001FA438}" type="pres">
      <dgm:prSet presAssocID="{434FC743-1FCD-4E7A-AA01-43A210215591}" presName="sibTrans" presStyleCnt="0"/>
      <dgm:spPr/>
    </dgm:pt>
    <dgm:pt modelId="{46B5DC35-54F3-4789-8D71-D33B301DAC35}" type="pres">
      <dgm:prSet presAssocID="{B4A31FAA-F0B9-40F6-B363-9C156875AD24}" presName="compNode" presStyleCnt="0"/>
      <dgm:spPr/>
    </dgm:pt>
    <dgm:pt modelId="{467EBFEF-B3F3-4BC8-A6F7-550FE8364AA0}" type="pres">
      <dgm:prSet presAssocID="{B4A31FAA-F0B9-40F6-B363-9C156875AD2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A7D2849-E0E0-42BC-AE24-A7C04446F890}" type="pres">
      <dgm:prSet presAssocID="{B4A31FAA-F0B9-40F6-B363-9C156875AD24}" presName="spaceRect" presStyleCnt="0"/>
      <dgm:spPr/>
    </dgm:pt>
    <dgm:pt modelId="{AB675DF5-EEE3-449A-8E6D-0812540FCDC8}" type="pres">
      <dgm:prSet presAssocID="{B4A31FAA-F0B9-40F6-B363-9C156875AD2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F5D7400-B5B3-5043-8489-E3D3B31D6E26}" type="presOf" srcId="{B4A31FAA-F0B9-40F6-B363-9C156875AD24}" destId="{AB675DF5-EEE3-449A-8E6D-0812540FCDC8}" srcOrd="0" destOrd="0" presId="urn:microsoft.com/office/officeart/2018/2/layout/IconLabelList"/>
    <dgm:cxn modelId="{9220FD02-D730-4A30-B382-2E460DCB0859}" srcId="{C4EC9D11-7D7A-4DAE-926A-2DFF898AF2FD}" destId="{23FBA5E1-95E0-49A3-8D95-6A9BDFFBE1BC}" srcOrd="2" destOrd="0" parTransId="{07600C4A-3547-42CE-AE1C-27E17AD6D923}" sibTransId="{493F3F0B-B621-4B96-A0EF-6BA2A47084C3}"/>
    <dgm:cxn modelId="{0C43C72B-F9C2-4AEA-8BE3-2B0AFCF3FEB3}" srcId="{C4EC9D11-7D7A-4DAE-926A-2DFF898AF2FD}" destId="{DED81F26-5021-40F9-B056-EBA10CD51B07}" srcOrd="0" destOrd="0" parTransId="{E14BE560-A240-4006-8EDA-E94E7431ED0A}" sibTransId="{08529F82-DD1F-4DDF-9007-79C181B17B52}"/>
    <dgm:cxn modelId="{C7BFC130-6573-0A4C-8643-ABBFB7A7032F}" type="presOf" srcId="{DED81F26-5021-40F9-B056-EBA10CD51B07}" destId="{CA94C72D-324A-4620-B2FA-4ED53EB73A34}" srcOrd="0" destOrd="0" presId="urn:microsoft.com/office/officeart/2018/2/layout/IconLabelList"/>
    <dgm:cxn modelId="{7A05A784-6BCF-6B44-B595-BCFCD777E1D0}" type="presOf" srcId="{23FBA5E1-95E0-49A3-8D95-6A9BDFFBE1BC}" destId="{D5921ACF-BD3C-4DD6-ACB3-2E80377D4051}" srcOrd="0" destOrd="0" presId="urn:microsoft.com/office/officeart/2018/2/layout/IconLabelList"/>
    <dgm:cxn modelId="{F4FF58A7-9DD0-6C4B-B47C-12242DB5C685}" type="presOf" srcId="{C4EC9D11-7D7A-4DAE-926A-2DFF898AF2FD}" destId="{E1516B1A-A77B-43FC-A752-FDD3A72A5CC0}" srcOrd="0" destOrd="0" presId="urn:microsoft.com/office/officeart/2018/2/layout/IconLabelList"/>
    <dgm:cxn modelId="{59D377AE-3BBC-224B-924F-B8CC31CDCE2A}" type="presOf" srcId="{805AD108-D6FD-4B5F-9C38-5EAD2DAB87D7}" destId="{78482976-ACA2-413B-ABF6-64DF3C7F42AF}" srcOrd="0" destOrd="0" presId="urn:microsoft.com/office/officeart/2018/2/layout/IconLabelList"/>
    <dgm:cxn modelId="{7E6125B8-8F96-425F-989C-69C075A0E42C}" srcId="{C4EC9D11-7D7A-4DAE-926A-2DFF898AF2FD}" destId="{B4A31FAA-F0B9-40F6-B363-9C156875AD24}" srcOrd="4" destOrd="0" parTransId="{5E496DAF-C337-4CD0-9AB6-455E4FFC759F}" sibTransId="{8BD8CACB-2152-474D-897B-72642C37E2EE}"/>
    <dgm:cxn modelId="{BB5BD6E0-FE96-4000-91D4-AF0491A41363}" srcId="{C4EC9D11-7D7A-4DAE-926A-2DFF898AF2FD}" destId="{805AD108-D6FD-4B5F-9C38-5EAD2DAB87D7}" srcOrd="3" destOrd="0" parTransId="{F7F45C66-012B-4A6C-873E-6EBE2718DEC3}" sibTransId="{434FC743-1FCD-4E7A-AA01-43A210215591}"/>
    <dgm:cxn modelId="{D46985F3-C3B8-4AC6-A3D4-4C4E1371618D}" srcId="{C4EC9D11-7D7A-4DAE-926A-2DFF898AF2FD}" destId="{B1176DD6-9892-4661-A845-C17AA0061B25}" srcOrd="1" destOrd="0" parTransId="{5A8AA95F-7278-4F9A-9FA1-BDD6E8740C9F}" sibTransId="{F1303A39-4112-4A7D-B8AD-8B39213EFA57}"/>
    <dgm:cxn modelId="{E986CAFE-36CE-E34C-8EAB-C50B3EA43478}" type="presOf" srcId="{B1176DD6-9892-4661-A845-C17AA0061B25}" destId="{A5DCFF3C-C624-43D5-BE6B-D5EE9629AEDA}" srcOrd="0" destOrd="0" presId="urn:microsoft.com/office/officeart/2018/2/layout/IconLabelList"/>
    <dgm:cxn modelId="{365275EF-CDB0-C842-9B89-57D490424390}" type="presParOf" srcId="{E1516B1A-A77B-43FC-A752-FDD3A72A5CC0}" destId="{08B23E72-F98B-48B2-B5F2-4E2BBE33BA78}" srcOrd="0" destOrd="0" presId="urn:microsoft.com/office/officeart/2018/2/layout/IconLabelList"/>
    <dgm:cxn modelId="{374710EC-B47D-424C-991E-73FB238358EA}" type="presParOf" srcId="{08B23E72-F98B-48B2-B5F2-4E2BBE33BA78}" destId="{457D6E43-1E47-4D16-B973-EBD882024054}" srcOrd="0" destOrd="0" presId="urn:microsoft.com/office/officeart/2018/2/layout/IconLabelList"/>
    <dgm:cxn modelId="{3D98FEBC-E488-914A-AFC0-010C0B788633}" type="presParOf" srcId="{08B23E72-F98B-48B2-B5F2-4E2BBE33BA78}" destId="{ED7DEAE5-7F2B-4FEF-8C3B-0B5C62595898}" srcOrd="1" destOrd="0" presId="urn:microsoft.com/office/officeart/2018/2/layout/IconLabelList"/>
    <dgm:cxn modelId="{EA95B9DA-BF9E-4F43-A968-1B4C38853ACC}" type="presParOf" srcId="{08B23E72-F98B-48B2-B5F2-4E2BBE33BA78}" destId="{CA94C72D-324A-4620-B2FA-4ED53EB73A34}" srcOrd="2" destOrd="0" presId="urn:microsoft.com/office/officeart/2018/2/layout/IconLabelList"/>
    <dgm:cxn modelId="{4D1EB8A5-0890-304B-8B60-95712B539ED0}" type="presParOf" srcId="{E1516B1A-A77B-43FC-A752-FDD3A72A5CC0}" destId="{47B724CC-1A87-473D-A3F0-65F138E52224}" srcOrd="1" destOrd="0" presId="urn:microsoft.com/office/officeart/2018/2/layout/IconLabelList"/>
    <dgm:cxn modelId="{F28EDF37-E1AD-2C4E-BBA2-61236ABD83BE}" type="presParOf" srcId="{E1516B1A-A77B-43FC-A752-FDD3A72A5CC0}" destId="{97C20652-6AAB-41D5-A050-568C9124DD96}" srcOrd="2" destOrd="0" presId="urn:microsoft.com/office/officeart/2018/2/layout/IconLabelList"/>
    <dgm:cxn modelId="{C798D735-24AC-B44D-9E2C-94266951E1DB}" type="presParOf" srcId="{97C20652-6AAB-41D5-A050-568C9124DD96}" destId="{7288B4C1-706D-46B3-A7ED-6DCBFC256D5A}" srcOrd="0" destOrd="0" presId="urn:microsoft.com/office/officeart/2018/2/layout/IconLabelList"/>
    <dgm:cxn modelId="{DEE52E04-1338-F946-A22C-C890CE48C083}" type="presParOf" srcId="{97C20652-6AAB-41D5-A050-568C9124DD96}" destId="{C4776CDA-AA42-41C6-ACF6-E425AAD6D133}" srcOrd="1" destOrd="0" presId="urn:microsoft.com/office/officeart/2018/2/layout/IconLabelList"/>
    <dgm:cxn modelId="{E1339E63-E530-7F42-8BBD-03644090EFE7}" type="presParOf" srcId="{97C20652-6AAB-41D5-A050-568C9124DD96}" destId="{A5DCFF3C-C624-43D5-BE6B-D5EE9629AEDA}" srcOrd="2" destOrd="0" presId="urn:microsoft.com/office/officeart/2018/2/layout/IconLabelList"/>
    <dgm:cxn modelId="{BAAAB061-3EF3-014C-A1FD-85ED5CA6257F}" type="presParOf" srcId="{E1516B1A-A77B-43FC-A752-FDD3A72A5CC0}" destId="{F044200C-E1D7-49A0-B1F9-9D73B1D9FBD1}" srcOrd="3" destOrd="0" presId="urn:microsoft.com/office/officeart/2018/2/layout/IconLabelList"/>
    <dgm:cxn modelId="{54AC01A3-C9C0-5140-B640-1FD4B5A668F1}" type="presParOf" srcId="{E1516B1A-A77B-43FC-A752-FDD3A72A5CC0}" destId="{0B46AE46-BE09-4022-9DF3-70E3CCA36B22}" srcOrd="4" destOrd="0" presId="urn:microsoft.com/office/officeart/2018/2/layout/IconLabelList"/>
    <dgm:cxn modelId="{17280403-425E-204F-B096-296224393814}" type="presParOf" srcId="{0B46AE46-BE09-4022-9DF3-70E3CCA36B22}" destId="{36985265-A7C0-4A29-959E-4BD64E25A288}" srcOrd="0" destOrd="0" presId="urn:microsoft.com/office/officeart/2018/2/layout/IconLabelList"/>
    <dgm:cxn modelId="{18502695-B58D-B440-BC29-D85AD64151C3}" type="presParOf" srcId="{0B46AE46-BE09-4022-9DF3-70E3CCA36B22}" destId="{DC071215-3E06-4F71-B13F-CC5ED05C4FEA}" srcOrd="1" destOrd="0" presId="urn:microsoft.com/office/officeart/2018/2/layout/IconLabelList"/>
    <dgm:cxn modelId="{7D0E6B15-1809-ED47-92D0-63188E7492E3}" type="presParOf" srcId="{0B46AE46-BE09-4022-9DF3-70E3CCA36B22}" destId="{D5921ACF-BD3C-4DD6-ACB3-2E80377D4051}" srcOrd="2" destOrd="0" presId="urn:microsoft.com/office/officeart/2018/2/layout/IconLabelList"/>
    <dgm:cxn modelId="{E95380AD-CCF6-714A-A33D-D27AF58924F8}" type="presParOf" srcId="{E1516B1A-A77B-43FC-A752-FDD3A72A5CC0}" destId="{BD7EA77F-6A36-4293-A358-A7A82BE9DBDE}" srcOrd="5" destOrd="0" presId="urn:microsoft.com/office/officeart/2018/2/layout/IconLabelList"/>
    <dgm:cxn modelId="{A404859C-DB90-EA4C-ABF4-EB094876ABAD}" type="presParOf" srcId="{E1516B1A-A77B-43FC-A752-FDD3A72A5CC0}" destId="{07F25F6D-9C37-4CAA-9A9F-DA42A35445FA}" srcOrd="6" destOrd="0" presId="urn:microsoft.com/office/officeart/2018/2/layout/IconLabelList"/>
    <dgm:cxn modelId="{DB93EE70-4887-3745-8012-5564EFCE526D}" type="presParOf" srcId="{07F25F6D-9C37-4CAA-9A9F-DA42A35445FA}" destId="{B420513C-AC66-4ECB-A989-E25D83983A33}" srcOrd="0" destOrd="0" presId="urn:microsoft.com/office/officeart/2018/2/layout/IconLabelList"/>
    <dgm:cxn modelId="{B27934BF-1EAF-4B4F-B0C5-E0BF71680BB4}" type="presParOf" srcId="{07F25F6D-9C37-4CAA-9A9F-DA42A35445FA}" destId="{D943A4B2-819B-4993-881A-58C50821C5F1}" srcOrd="1" destOrd="0" presId="urn:microsoft.com/office/officeart/2018/2/layout/IconLabelList"/>
    <dgm:cxn modelId="{923D4231-CD05-F34C-963D-D584E52528B6}" type="presParOf" srcId="{07F25F6D-9C37-4CAA-9A9F-DA42A35445FA}" destId="{78482976-ACA2-413B-ABF6-64DF3C7F42AF}" srcOrd="2" destOrd="0" presId="urn:microsoft.com/office/officeart/2018/2/layout/IconLabelList"/>
    <dgm:cxn modelId="{3E819AA9-E8AE-6F46-88F9-C35AC7CCE06B}" type="presParOf" srcId="{E1516B1A-A77B-43FC-A752-FDD3A72A5CC0}" destId="{47AFFBA4-953F-40A6-85F7-32AE001FA438}" srcOrd="7" destOrd="0" presId="urn:microsoft.com/office/officeart/2018/2/layout/IconLabelList"/>
    <dgm:cxn modelId="{F0CBC328-F5DD-F847-AD41-CCD863243203}" type="presParOf" srcId="{E1516B1A-A77B-43FC-A752-FDD3A72A5CC0}" destId="{46B5DC35-54F3-4789-8D71-D33B301DAC35}" srcOrd="8" destOrd="0" presId="urn:microsoft.com/office/officeart/2018/2/layout/IconLabelList"/>
    <dgm:cxn modelId="{2F00FA9A-EA3F-E846-9215-5811C90D0630}" type="presParOf" srcId="{46B5DC35-54F3-4789-8D71-D33B301DAC35}" destId="{467EBFEF-B3F3-4BC8-A6F7-550FE8364AA0}" srcOrd="0" destOrd="0" presId="urn:microsoft.com/office/officeart/2018/2/layout/IconLabelList"/>
    <dgm:cxn modelId="{E6904D02-F978-DD45-A39C-FCA9332AF4AB}" type="presParOf" srcId="{46B5DC35-54F3-4789-8D71-D33B301DAC35}" destId="{1A7D2849-E0E0-42BC-AE24-A7C04446F890}" srcOrd="1" destOrd="0" presId="urn:microsoft.com/office/officeart/2018/2/layout/IconLabelList"/>
    <dgm:cxn modelId="{544437A2-13D3-6449-80A9-0867245E6A7B}" type="presParOf" srcId="{46B5DC35-54F3-4789-8D71-D33B301DAC35}" destId="{AB675DF5-EEE3-449A-8E6D-0812540FCD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75C3B9-5CD7-4914-8C7D-60A1686933D6}" type="doc">
      <dgm:prSet loTypeId="urn:microsoft.com/office/officeart/2005/8/layout/vList5" loCatId="list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75D3B2-BAFA-4072-80F4-72E59E508ACB}">
      <dgm:prSet phldrT="[Text]" custT="1"/>
      <dgm:spPr>
        <a:xfrm>
          <a:off x="1867663" y="1635"/>
          <a:ext cx="1757543" cy="1054526"/>
        </a:xfrm>
      </dgm:spPr>
      <dgm:t>
        <a:bodyPr/>
        <a:lstStyle/>
        <a:p>
          <a:pPr>
            <a:buNone/>
          </a:pPr>
          <a:r>
            <a: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Opportunity identification</a:t>
          </a:r>
        </a:p>
        <a:p>
          <a:pPr>
            <a:buNone/>
          </a:pPr>
          <a:r>
            <a:rPr lang="en-US" sz="2000" b="1" dirty="0">
              <a:latin typeface="Calibri" panose="020F0502020204030204"/>
              <a:ea typeface="+mn-ea"/>
              <a:cs typeface="+mn-cs"/>
            </a:rPr>
            <a:t>2 weeks</a:t>
          </a:r>
        </a:p>
      </dgm:t>
    </dgm:pt>
    <dgm:pt modelId="{209CCACE-D4FF-4EA8-A916-AE503B19C8B2}" type="parTrans" cxnId="{02721CEF-0748-4367-B9DE-F3B7BD672FAB}">
      <dgm:prSet/>
      <dgm:spPr/>
      <dgm:t>
        <a:bodyPr/>
        <a:lstStyle/>
        <a:p>
          <a:endParaRPr lang="en-US"/>
        </a:p>
      </dgm:t>
    </dgm:pt>
    <dgm:pt modelId="{AD0DC4CB-FEE6-41A2-878F-D9D764E00678}" type="sibTrans" cxnId="{02721CEF-0748-4367-B9DE-F3B7BD672FAB}">
      <dgm:prSet/>
      <dgm:spPr>
        <a:xfrm rot="5400000">
          <a:off x="1566315" y="839579"/>
          <a:ext cx="1311935" cy="158178"/>
        </a:xfrm>
      </dgm:spPr>
      <dgm:t>
        <a:bodyPr/>
        <a:lstStyle/>
        <a:p>
          <a:endParaRPr lang="en-US"/>
        </a:p>
      </dgm:t>
    </dgm:pt>
    <dgm:pt modelId="{CA1CAED5-3008-4636-A9CB-C6DD910DDA1C}">
      <dgm:prSet phldrT="[Text]" custT="1"/>
      <dgm:spPr>
        <a:xfrm>
          <a:off x="1867663" y="1319792"/>
          <a:ext cx="1757543" cy="1054526"/>
        </a:xfrm>
      </dgm:spPr>
      <dgm:t>
        <a:bodyPr/>
        <a:lstStyle/>
        <a:p>
          <a:pPr>
            <a:buNone/>
          </a:pPr>
          <a:r>
            <a: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Identify need statement</a:t>
          </a:r>
        </a:p>
        <a:p>
          <a:pPr>
            <a:buNone/>
          </a:pPr>
          <a:r>
            <a:rPr lang="en-US" sz="2000" b="1" dirty="0">
              <a:latin typeface="Calibri" panose="020F0502020204030204"/>
              <a:ea typeface="+mn-ea"/>
              <a:cs typeface="+mn-cs"/>
            </a:rPr>
            <a:t>2 weeks</a:t>
          </a:r>
        </a:p>
      </dgm:t>
    </dgm:pt>
    <dgm:pt modelId="{ED91196F-CE9B-4F3C-9AF4-54C0976CA1CE}" type="parTrans" cxnId="{FC54EBC9-BB55-4D43-8749-9C858AEC7C42}">
      <dgm:prSet/>
      <dgm:spPr/>
      <dgm:t>
        <a:bodyPr/>
        <a:lstStyle/>
        <a:p>
          <a:endParaRPr lang="en-US"/>
        </a:p>
      </dgm:t>
    </dgm:pt>
    <dgm:pt modelId="{CD147B7E-8E35-4E73-AC78-40410AF8543F}" type="sibTrans" cxnId="{FC54EBC9-BB55-4D43-8749-9C858AEC7C42}">
      <dgm:prSet/>
      <dgm:spPr>
        <a:xfrm rot="5400000">
          <a:off x="1566315" y="2157737"/>
          <a:ext cx="1311935" cy="158178"/>
        </a:xfrm>
      </dgm:spPr>
      <dgm:t>
        <a:bodyPr/>
        <a:lstStyle/>
        <a:p>
          <a:endParaRPr lang="en-US"/>
        </a:p>
      </dgm:t>
    </dgm:pt>
    <dgm:pt modelId="{01CF53A4-95B6-4587-A4D8-7CE12B63AFC0}">
      <dgm:prSet phldrT="[Text]" custT="1"/>
      <dgm:spPr>
        <a:xfrm>
          <a:off x="1867663" y="2637950"/>
          <a:ext cx="1757543" cy="1054526"/>
        </a:xfrm>
      </dgm:spPr>
      <dgm:t>
        <a:bodyPr/>
        <a:lstStyle/>
        <a:p>
          <a:pPr>
            <a:buNone/>
          </a:pPr>
          <a:r>
            <a: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Product specification</a:t>
          </a:r>
        </a:p>
        <a:p>
          <a:pPr>
            <a:buNone/>
          </a:pPr>
          <a:r>
            <a:rPr lang="en-US" sz="2000" b="1" dirty="0">
              <a:latin typeface="Calibri" panose="020F0502020204030204"/>
              <a:ea typeface="+mn-ea"/>
              <a:cs typeface="+mn-cs"/>
            </a:rPr>
            <a:t>1 week</a:t>
          </a:r>
        </a:p>
      </dgm:t>
    </dgm:pt>
    <dgm:pt modelId="{E4AD068D-E54F-46E2-BFCE-8F57A021C78E}" type="parTrans" cxnId="{5A9A4AEA-FEE0-4C1B-B267-4F7C950216A9}">
      <dgm:prSet/>
      <dgm:spPr/>
      <dgm:t>
        <a:bodyPr/>
        <a:lstStyle/>
        <a:p>
          <a:endParaRPr lang="en-US"/>
        </a:p>
      </dgm:t>
    </dgm:pt>
    <dgm:pt modelId="{B92660D8-64BF-4A04-8DE4-9A80C4D4CBB9}" type="sibTrans" cxnId="{5A9A4AEA-FEE0-4C1B-B267-4F7C950216A9}">
      <dgm:prSet/>
      <dgm:spPr>
        <a:xfrm>
          <a:off x="2225394" y="2816816"/>
          <a:ext cx="2331310" cy="158178"/>
        </a:xfrm>
      </dgm:spPr>
      <dgm:t>
        <a:bodyPr/>
        <a:lstStyle/>
        <a:p>
          <a:endParaRPr lang="en-US"/>
        </a:p>
      </dgm:t>
    </dgm:pt>
    <dgm:pt modelId="{CD6FCE6D-B14F-4B9E-93ED-D6481DC5CC41}">
      <dgm:prSet phldrT="[Text]" custT="1"/>
      <dgm:spPr>
        <a:xfrm>
          <a:off x="4205196" y="1319792"/>
          <a:ext cx="1757543" cy="1054526"/>
        </a:xfrm>
      </dgm:spPr>
      <dgm:t>
        <a:bodyPr/>
        <a:lstStyle/>
        <a:p>
          <a:pPr>
            <a:buNone/>
          </a:pPr>
          <a:r>
            <a: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Concept generation</a:t>
          </a:r>
        </a:p>
        <a:p>
          <a:pPr>
            <a:buNone/>
          </a:pPr>
          <a:r>
            <a:rPr lang="en-US" sz="2000" b="1" dirty="0">
              <a:latin typeface="Calibri" panose="020F0502020204030204"/>
              <a:ea typeface="+mn-ea"/>
              <a:cs typeface="+mn-cs"/>
            </a:rPr>
            <a:t>2 weeks</a:t>
          </a:r>
        </a:p>
      </dgm:t>
    </dgm:pt>
    <dgm:pt modelId="{F9589D48-D6CC-40FF-B131-1C4E12A1BC37}" type="parTrans" cxnId="{CD2974EE-0C46-4F5E-8E98-0D6B7F314E09}">
      <dgm:prSet/>
      <dgm:spPr/>
      <dgm:t>
        <a:bodyPr/>
        <a:lstStyle/>
        <a:p>
          <a:endParaRPr lang="en-US"/>
        </a:p>
      </dgm:t>
    </dgm:pt>
    <dgm:pt modelId="{86E085E1-8A3A-4BFF-9E8D-FB4856814022}" type="sibTrans" cxnId="{CD2974EE-0C46-4F5E-8E98-0D6B7F314E09}">
      <dgm:prSet/>
      <dgm:spPr>
        <a:xfrm rot="16200000">
          <a:off x="3903849" y="839579"/>
          <a:ext cx="1311935" cy="158178"/>
        </a:xfrm>
      </dgm:spPr>
      <dgm:t>
        <a:bodyPr/>
        <a:lstStyle/>
        <a:p>
          <a:endParaRPr lang="en-US"/>
        </a:p>
      </dgm:t>
    </dgm:pt>
    <dgm:pt modelId="{5B22CB1B-15AE-48C7-AFE2-CBCE6F57DA20}">
      <dgm:prSet phldrT="[Text]" custT="1"/>
      <dgm:spPr>
        <a:xfrm>
          <a:off x="4205196" y="1635"/>
          <a:ext cx="1757543" cy="1054526"/>
        </a:xfrm>
      </dgm:spPr>
      <dgm:t>
        <a:bodyPr/>
        <a:lstStyle/>
        <a:p>
          <a:pPr>
            <a:buNone/>
          </a:pPr>
          <a:r>
            <a: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Concept selection</a:t>
          </a:r>
        </a:p>
        <a:p>
          <a:pPr>
            <a:buNone/>
          </a:pPr>
          <a:r>
            <a:rPr lang="en-US" sz="2000" b="1" dirty="0">
              <a:latin typeface="Calibri" panose="020F0502020204030204"/>
              <a:ea typeface="+mn-ea"/>
              <a:cs typeface="+mn-cs"/>
            </a:rPr>
            <a:t>1 week</a:t>
          </a:r>
        </a:p>
      </dgm:t>
    </dgm:pt>
    <dgm:pt modelId="{A762A9F4-99F8-4E07-BCB1-479A22858213}" type="parTrans" cxnId="{0A82760C-938B-45D0-A8B9-C51D6C936927}">
      <dgm:prSet/>
      <dgm:spPr/>
      <dgm:t>
        <a:bodyPr/>
        <a:lstStyle/>
        <a:p>
          <a:endParaRPr lang="en-US"/>
        </a:p>
      </dgm:t>
    </dgm:pt>
    <dgm:pt modelId="{9F960821-79BE-4275-BF9A-12EECBDFA52C}" type="sibTrans" cxnId="{0A82760C-938B-45D0-A8B9-C51D6C936927}">
      <dgm:prSet/>
      <dgm:spPr>
        <a:xfrm>
          <a:off x="4562928" y="180500"/>
          <a:ext cx="2331310" cy="158178"/>
        </a:xfrm>
      </dgm:spPr>
      <dgm:t>
        <a:bodyPr/>
        <a:lstStyle/>
        <a:p>
          <a:endParaRPr lang="en-US"/>
        </a:p>
      </dgm:t>
    </dgm:pt>
    <dgm:pt modelId="{4F8F60D6-B720-4463-85FC-E093F0FA6FEC}">
      <dgm:prSet phldrT="[Text]" custT="1"/>
      <dgm:spPr>
        <a:xfrm>
          <a:off x="6542729" y="1635"/>
          <a:ext cx="1757543" cy="1054526"/>
        </a:xfrm>
      </dgm:spPr>
      <dgm:t>
        <a:bodyPr/>
        <a:lstStyle/>
        <a:p>
          <a:pPr>
            <a:buNone/>
          </a:pPr>
          <a:r>
            <a:rPr lang="en-US" sz="1800" dirty="0">
              <a:latin typeface="Calibri" panose="020F0502020204030204"/>
              <a:ea typeface="+mn-ea"/>
              <a:cs typeface="+mn-cs"/>
            </a:rPr>
            <a:t>Management </a:t>
          </a:r>
        </a:p>
        <a:p>
          <a:pPr>
            <a:buNone/>
          </a:pPr>
          <a:r>
            <a:rPr lang="en-US" sz="1800" b="1" dirty="0">
              <a:latin typeface="Calibri" panose="020F0502020204030204"/>
              <a:ea typeface="+mn-ea"/>
              <a:cs typeface="+mn-cs"/>
            </a:rPr>
            <a:t>1 </a:t>
          </a:r>
          <a:r>
            <a:rPr lang="en-US" sz="2000" b="1" dirty="0">
              <a:latin typeface="Calibri" panose="020F0502020204030204"/>
              <a:ea typeface="+mn-ea"/>
              <a:cs typeface="+mn-cs"/>
            </a:rPr>
            <a:t>week</a:t>
          </a:r>
        </a:p>
      </dgm:t>
    </dgm:pt>
    <dgm:pt modelId="{0C509B37-DB4D-4239-BD6D-938E4264E2DE}" type="parTrans" cxnId="{160C3587-75D0-4FB9-BC3C-FC6C40A79E03}">
      <dgm:prSet/>
      <dgm:spPr/>
      <dgm:t>
        <a:bodyPr/>
        <a:lstStyle/>
        <a:p>
          <a:endParaRPr lang="en-US"/>
        </a:p>
      </dgm:t>
    </dgm:pt>
    <dgm:pt modelId="{1C772369-9A1E-4626-B928-97970FE36216}" type="sibTrans" cxnId="{160C3587-75D0-4FB9-BC3C-FC6C40A79E03}">
      <dgm:prSet/>
      <dgm:spPr/>
      <dgm:t>
        <a:bodyPr/>
        <a:lstStyle/>
        <a:p>
          <a:endParaRPr lang="en-US"/>
        </a:p>
      </dgm:t>
    </dgm:pt>
    <dgm:pt modelId="{161878BE-1519-4F14-9589-7B2B4919EDBE}">
      <dgm:prSet phldrT="[Text]" custT="1"/>
      <dgm:spPr>
        <a:xfrm>
          <a:off x="6542729" y="1635"/>
          <a:ext cx="1757543" cy="1054526"/>
        </a:xfrm>
      </dgm:spPr>
      <dgm:t>
        <a:bodyPr/>
        <a:lstStyle/>
        <a:p>
          <a:pPr>
            <a:buNone/>
          </a:pPr>
          <a:r>
            <a:rPr lang="en-US" sz="1600" b="1" dirty="0">
              <a:latin typeface="Calibri" panose="020F0502020204030204"/>
              <a:ea typeface="+mn-ea"/>
              <a:cs typeface="+mn-cs"/>
            </a:rPr>
            <a:t>Final Report</a:t>
          </a:r>
        </a:p>
        <a:p>
          <a:pPr>
            <a:buNone/>
          </a:pPr>
          <a:r>
            <a:rPr lang="en-US" sz="1600" b="1" dirty="0">
              <a:latin typeface="Calibri" panose="020F0502020204030204"/>
              <a:ea typeface="+mn-ea"/>
              <a:cs typeface="+mn-cs"/>
            </a:rPr>
            <a:t>1 week</a:t>
          </a:r>
        </a:p>
      </dgm:t>
    </dgm:pt>
    <dgm:pt modelId="{21268DA2-D776-4EF6-971A-6BF06870DC7A}" type="parTrans" cxnId="{2D11EA88-D4A1-438E-9851-54B9F91F4C35}">
      <dgm:prSet/>
      <dgm:spPr/>
      <dgm:t>
        <a:bodyPr/>
        <a:lstStyle/>
        <a:p>
          <a:endParaRPr lang="en-US"/>
        </a:p>
      </dgm:t>
    </dgm:pt>
    <dgm:pt modelId="{2DB35C09-F593-4F0C-9B60-D74030806C8A}" type="sibTrans" cxnId="{2D11EA88-D4A1-438E-9851-54B9F91F4C35}">
      <dgm:prSet/>
      <dgm:spPr/>
      <dgm:t>
        <a:bodyPr/>
        <a:lstStyle/>
        <a:p>
          <a:endParaRPr lang="en-US"/>
        </a:p>
      </dgm:t>
    </dgm:pt>
    <dgm:pt modelId="{C811BC07-C62D-FB47-B60B-25C264F95B11}" type="pres">
      <dgm:prSet presAssocID="{C475C3B9-5CD7-4914-8C7D-60A1686933D6}" presName="Name0" presStyleCnt="0">
        <dgm:presLayoutVars>
          <dgm:dir/>
          <dgm:animLvl val="lvl"/>
          <dgm:resizeHandles val="exact"/>
        </dgm:presLayoutVars>
      </dgm:prSet>
      <dgm:spPr/>
    </dgm:pt>
    <dgm:pt modelId="{B6A14358-5A91-2540-A8BB-85BA800B4EFE}" type="pres">
      <dgm:prSet presAssocID="{DB75D3B2-BAFA-4072-80F4-72E59E508ACB}" presName="linNode" presStyleCnt="0"/>
      <dgm:spPr/>
    </dgm:pt>
    <dgm:pt modelId="{4775AB57-8E07-624A-9EDC-B57956E75305}" type="pres">
      <dgm:prSet presAssocID="{DB75D3B2-BAFA-4072-80F4-72E59E508ACB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93700CF5-D229-124B-8FA3-0DAC8B15E373}" type="pres">
      <dgm:prSet presAssocID="{AD0DC4CB-FEE6-41A2-878F-D9D764E00678}" presName="sp" presStyleCnt="0"/>
      <dgm:spPr/>
    </dgm:pt>
    <dgm:pt modelId="{FA889724-A47F-6D4E-92CE-8A47FEE83833}" type="pres">
      <dgm:prSet presAssocID="{CA1CAED5-3008-4636-A9CB-C6DD910DDA1C}" presName="linNode" presStyleCnt="0"/>
      <dgm:spPr/>
    </dgm:pt>
    <dgm:pt modelId="{0906EAFC-6473-D54F-8C58-34D62827FCF7}" type="pres">
      <dgm:prSet presAssocID="{CA1CAED5-3008-4636-A9CB-C6DD910DDA1C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F08B2A4A-AD96-C940-B388-BFD0E76E5EEA}" type="pres">
      <dgm:prSet presAssocID="{CD147B7E-8E35-4E73-AC78-40410AF8543F}" presName="sp" presStyleCnt="0"/>
      <dgm:spPr/>
    </dgm:pt>
    <dgm:pt modelId="{9DA4A3DF-717A-3D41-A118-F79CEE3AFD3E}" type="pres">
      <dgm:prSet presAssocID="{01CF53A4-95B6-4587-A4D8-7CE12B63AFC0}" presName="linNode" presStyleCnt="0"/>
      <dgm:spPr/>
    </dgm:pt>
    <dgm:pt modelId="{60ECDC52-9C14-2E4F-8344-418FC2C87460}" type="pres">
      <dgm:prSet presAssocID="{01CF53A4-95B6-4587-A4D8-7CE12B63AFC0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94B107E2-9FFF-C04C-A81F-11FE53B448E2}" type="pres">
      <dgm:prSet presAssocID="{B92660D8-64BF-4A04-8DE4-9A80C4D4CBB9}" presName="sp" presStyleCnt="0"/>
      <dgm:spPr/>
    </dgm:pt>
    <dgm:pt modelId="{161ACAA5-1A26-E04C-BD9E-EA435A4F30B5}" type="pres">
      <dgm:prSet presAssocID="{CD6FCE6D-B14F-4B9E-93ED-D6481DC5CC41}" presName="linNode" presStyleCnt="0"/>
      <dgm:spPr/>
    </dgm:pt>
    <dgm:pt modelId="{062C1C50-C104-FC4C-A703-DF181D0E0407}" type="pres">
      <dgm:prSet presAssocID="{CD6FCE6D-B14F-4B9E-93ED-D6481DC5CC41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B1FB1BB8-D5E3-2F40-875E-7AD275BCD65C}" type="pres">
      <dgm:prSet presAssocID="{86E085E1-8A3A-4BFF-9E8D-FB4856814022}" presName="sp" presStyleCnt="0"/>
      <dgm:spPr/>
    </dgm:pt>
    <dgm:pt modelId="{D6D04FD0-2DE4-EA43-AAD9-569D4AC12BCF}" type="pres">
      <dgm:prSet presAssocID="{5B22CB1B-15AE-48C7-AFE2-CBCE6F57DA20}" presName="linNode" presStyleCnt="0"/>
      <dgm:spPr/>
    </dgm:pt>
    <dgm:pt modelId="{1F716E1D-DD61-AB4B-999E-BBB24B149BDB}" type="pres">
      <dgm:prSet presAssocID="{5B22CB1B-15AE-48C7-AFE2-CBCE6F57DA20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1D12A6EC-8486-3448-B30E-FF79A3DBC615}" type="pres">
      <dgm:prSet presAssocID="{9F960821-79BE-4275-BF9A-12EECBDFA52C}" presName="sp" presStyleCnt="0"/>
      <dgm:spPr/>
    </dgm:pt>
    <dgm:pt modelId="{E28B7454-17EF-EA44-A822-924A206DBC05}" type="pres">
      <dgm:prSet presAssocID="{4F8F60D6-B720-4463-85FC-E093F0FA6FEC}" presName="linNode" presStyleCnt="0"/>
      <dgm:spPr/>
    </dgm:pt>
    <dgm:pt modelId="{566C239F-196D-A643-905F-F3C0EE71F98A}" type="pres">
      <dgm:prSet presAssocID="{4F8F60D6-B720-4463-85FC-E093F0FA6FEC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FAF38633-EC26-44CA-A3CB-53727944C293}" type="pres">
      <dgm:prSet presAssocID="{1C772369-9A1E-4626-B928-97970FE36216}" presName="sp" presStyleCnt="0"/>
      <dgm:spPr/>
    </dgm:pt>
    <dgm:pt modelId="{18CE8A01-49E4-4018-A39B-FEFCB8EFBB89}" type="pres">
      <dgm:prSet presAssocID="{161878BE-1519-4F14-9589-7B2B4919EDBE}" presName="linNode" presStyleCnt="0"/>
      <dgm:spPr/>
    </dgm:pt>
    <dgm:pt modelId="{D75B93F1-7583-47B5-B36C-84B584C06875}" type="pres">
      <dgm:prSet presAssocID="{161878BE-1519-4F14-9589-7B2B4919EDBE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0A82760C-938B-45D0-A8B9-C51D6C936927}" srcId="{C475C3B9-5CD7-4914-8C7D-60A1686933D6}" destId="{5B22CB1B-15AE-48C7-AFE2-CBCE6F57DA20}" srcOrd="4" destOrd="0" parTransId="{A762A9F4-99F8-4E07-BCB1-479A22858213}" sibTransId="{9F960821-79BE-4275-BF9A-12EECBDFA52C}"/>
    <dgm:cxn modelId="{D224060D-CD50-4F42-B6A3-944C26DF5586}" type="presOf" srcId="{5B22CB1B-15AE-48C7-AFE2-CBCE6F57DA20}" destId="{1F716E1D-DD61-AB4B-999E-BBB24B149BDB}" srcOrd="0" destOrd="0" presId="urn:microsoft.com/office/officeart/2005/8/layout/vList5"/>
    <dgm:cxn modelId="{B3723922-A1AA-D348-AED6-88FCC4D18CA7}" type="presOf" srcId="{CD6FCE6D-B14F-4B9E-93ED-D6481DC5CC41}" destId="{062C1C50-C104-FC4C-A703-DF181D0E0407}" srcOrd="0" destOrd="0" presId="urn:microsoft.com/office/officeart/2005/8/layout/vList5"/>
    <dgm:cxn modelId="{160C3587-75D0-4FB9-BC3C-FC6C40A79E03}" srcId="{C475C3B9-5CD7-4914-8C7D-60A1686933D6}" destId="{4F8F60D6-B720-4463-85FC-E093F0FA6FEC}" srcOrd="5" destOrd="0" parTransId="{0C509B37-DB4D-4239-BD6D-938E4264E2DE}" sibTransId="{1C772369-9A1E-4626-B928-97970FE36216}"/>
    <dgm:cxn modelId="{2D11EA88-D4A1-438E-9851-54B9F91F4C35}" srcId="{C475C3B9-5CD7-4914-8C7D-60A1686933D6}" destId="{161878BE-1519-4F14-9589-7B2B4919EDBE}" srcOrd="6" destOrd="0" parTransId="{21268DA2-D776-4EF6-971A-6BF06870DC7A}" sibTransId="{2DB35C09-F593-4F0C-9B60-D74030806C8A}"/>
    <dgm:cxn modelId="{F8CDAD93-5E55-D342-8151-DC7C672C7153}" type="presOf" srcId="{DB75D3B2-BAFA-4072-80F4-72E59E508ACB}" destId="{4775AB57-8E07-624A-9EDC-B57956E75305}" srcOrd="0" destOrd="0" presId="urn:microsoft.com/office/officeart/2005/8/layout/vList5"/>
    <dgm:cxn modelId="{53D364AA-6219-4056-9821-CB9183B6BAB4}" type="presOf" srcId="{161878BE-1519-4F14-9589-7B2B4919EDBE}" destId="{D75B93F1-7583-47B5-B36C-84B584C06875}" srcOrd="0" destOrd="0" presId="urn:microsoft.com/office/officeart/2005/8/layout/vList5"/>
    <dgm:cxn modelId="{5D469AAD-F393-C142-A4FC-FD01C7743D7B}" type="presOf" srcId="{4F8F60D6-B720-4463-85FC-E093F0FA6FEC}" destId="{566C239F-196D-A643-905F-F3C0EE71F98A}" srcOrd="0" destOrd="0" presId="urn:microsoft.com/office/officeart/2005/8/layout/vList5"/>
    <dgm:cxn modelId="{FC54EBC9-BB55-4D43-8749-9C858AEC7C42}" srcId="{C475C3B9-5CD7-4914-8C7D-60A1686933D6}" destId="{CA1CAED5-3008-4636-A9CB-C6DD910DDA1C}" srcOrd="1" destOrd="0" parTransId="{ED91196F-CE9B-4F3C-9AF4-54C0976CA1CE}" sibTransId="{CD147B7E-8E35-4E73-AC78-40410AF8543F}"/>
    <dgm:cxn modelId="{A5E1B4CE-1E5D-2247-87C6-048F4230ED41}" type="presOf" srcId="{01CF53A4-95B6-4587-A4D8-7CE12B63AFC0}" destId="{60ECDC52-9C14-2E4F-8344-418FC2C87460}" srcOrd="0" destOrd="0" presId="urn:microsoft.com/office/officeart/2005/8/layout/vList5"/>
    <dgm:cxn modelId="{5A9A4AEA-FEE0-4C1B-B267-4F7C950216A9}" srcId="{C475C3B9-5CD7-4914-8C7D-60A1686933D6}" destId="{01CF53A4-95B6-4587-A4D8-7CE12B63AFC0}" srcOrd="2" destOrd="0" parTransId="{E4AD068D-E54F-46E2-BFCE-8F57A021C78E}" sibTransId="{B92660D8-64BF-4A04-8DE4-9A80C4D4CBB9}"/>
    <dgm:cxn modelId="{CD2974EE-0C46-4F5E-8E98-0D6B7F314E09}" srcId="{C475C3B9-5CD7-4914-8C7D-60A1686933D6}" destId="{CD6FCE6D-B14F-4B9E-93ED-D6481DC5CC41}" srcOrd="3" destOrd="0" parTransId="{F9589D48-D6CC-40FF-B131-1C4E12A1BC37}" sibTransId="{86E085E1-8A3A-4BFF-9E8D-FB4856814022}"/>
    <dgm:cxn modelId="{02721CEF-0748-4367-B9DE-F3B7BD672FAB}" srcId="{C475C3B9-5CD7-4914-8C7D-60A1686933D6}" destId="{DB75D3B2-BAFA-4072-80F4-72E59E508ACB}" srcOrd="0" destOrd="0" parTransId="{209CCACE-D4FF-4EA8-A916-AE503B19C8B2}" sibTransId="{AD0DC4CB-FEE6-41A2-878F-D9D764E00678}"/>
    <dgm:cxn modelId="{581D04F3-94B9-2843-A43A-06291406555D}" type="presOf" srcId="{CA1CAED5-3008-4636-A9CB-C6DD910DDA1C}" destId="{0906EAFC-6473-D54F-8C58-34D62827FCF7}" srcOrd="0" destOrd="0" presId="urn:microsoft.com/office/officeart/2005/8/layout/vList5"/>
    <dgm:cxn modelId="{B5405FFE-505C-3B44-850A-7DB8AFB6398F}" type="presOf" srcId="{C475C3B9-5CD7-4914-8C7D-60A1686933D6}" destId="{C811BC07-C62D-FB47-B60B-25C264F95B11}" srcOrd="0" destOrd="0" presId="urn:microsoft.com/office/officeart/2005/8/layout/vList5"/>
    <dgm:cxn modelId="{77D83612-E0C1-F741-9BCA-844D97462C79}" type="presParOf" srcId="{C811BC07-C62D-FB47-B60B-25C264F95B11}" destId="{B6A14358-5A91-2540-A8BB-85BA800B4EFE}" srcOrd="0" destOrd="0" presId="urn:microsoft.com/office/officeart/2005/8/layout/vList5"/>
    <dgm:cxn modelId="{85C9E8B9-9FB5-D44C-98D9-E230467AF455}" type="presParOf" srcId="{B6A14358-5A91-2540-A8BB-85BA800B4EFE}" destId="{4775AB57-8E07-624A-9EDC-B57956E75305}" srcOrd="0" destOrd="0" presId="urn:microsoft.com/office/officeart/2005/8/layout/vList5"/>
    <dgm:cxn modelId="{696D3249-F0F3-2548-9EC7-70FE2F887292}" type="presParOf" srcId="{C811BC07-C62D-FB47-B60B-25C264F95B11}" destId="{93700CF5-D229-124B-8FA3-0DAC8B15E373}" srcOrd="1" destOrd="0" presId="urn:microsoft.com/office/officeart/2005/8/layout/vList5"/>
    <dgm:cxn modelId="{184CB0D1-16A1-5845-BCF7-EB43E8941032}" type="presParOf" srcId="{C811BC07-C62D-FB47-B60B-25C264F95B11}" destId="{FA889724-A47F-6D4E-92CE-8A47FEE83833}" srcOrd="2" destOrd="0" presId="urn:microsoft.com/office/officeart/2005/8/layout/vList5"/>
    <dgm:cxn modelId="{AFE458BD-DD64-7247-8A88-A530E86BE715}" type="presParOf" srcId="{FA889724-A47F-6D4E-92CE-8A47FEE83833}" destId="{0906EAFC-6473-D54F-8C58-34D62827FCF7}" srcOrd="0" destOrd="0" presId="urn:microsoft.com/office/officeart/2005/8/layout/vList5"/>
    <dgm:cxn modelId="{084B58D7-48F4-6344-BD22-00CC1A250B57}" type="presParOf" srcId="{C811BC07-C62D-FB47-B60B-25C264F95B11}" destId="{F08B2A4A-AD96-C940-B388-BFD0E76E5EEA}" srcOrd="3" destOrd="0" presId="urn:microsoft.com/office/officeart/2005/8/layout/vList5"/>
    <dgm:cxn modelId="{4123D926-33B8-EC43-A7C6-EFADA81BEF83}" type="presParOf" srcId="{C811BC07-C62D-FB47-B60B-25C264F95B11}" destId="{9DA4A3DF-717A-3D41-A118-F79CEE3AFD3E}" srcOrd="4" destOrd="0" presId="urn:microsoft.com/office/officeart/2005/8/layout/vList5"/>
    <dgm:cxn modelId="{37292C6A-E84C-D144-97D4-E5EC5B0E73C9}" type="presParOf" srcId="{9DA4A3DF-717A-3D41-A118-F79CEE3AFD3E}" destId="{60ECDC52-9C14-2E4F-8344-418FC2C87460}" srcOrd="0" destOrd="0" presId="urn:microsoft.com/office/officeart/2005/8/layout/vList5"/>
    <dgm:cxn modelId="{F85D008A-1662-594F-8663-BD884D91C3C2}" type="presParOf" srcId="{C811BC07-C62D-FB47-B60B-25C264F95B11}" destId="{94B107E2-9FFF-C04C-A81F-11FE53B448E2}" srcOrd="5" destOrd="0" presId="urn:microsoft.com/office/officeart/2005/8/layout/vList5"/>
    <dgm:cxn modelId="{D7F9E985-0C92-7344-8283-07723A3F60C0}" type="presParOf" srcId="{C811BC07-C62D-FB47-B60B-25C264F95B11}" destId="{161ACAA5-1A26-E04C-BD9E-EA435A4F30B5}" srcOrd="6" destOrd="0" presId="urn:microsoft.com/office/officeart/2005/8/layout/vList5"/>
    <dgm:cxn modelId="{DC1F7656-4CF8-3148-B11C-256F53E947F6}" type="presParOf" srcId="{161ACAA5-1A26-E04C-BD9E-EA435A4F30B5}" destId="{062C1C50-C104-FC4C-A703-DF181D0E0407}" srcOrd="0" destOrd="0" presId="urn:microsoft.com/office/officeart/2005/8/layout/vList5"/>
    <dgm:cxn modelId="{BB371427-E978-CA46-9E24-52F238C77A11}" type="presParOf" srcId="{C811BC07-C62D-FB47-B60B-25C264F95B11}" destId="{B1FB1BB8-D5E3-2F40-875E-7AD275BCD65C}" srcOrd="7" destOrd="0" presId="urn:microsoft.com/office/officeart/2005/8/layout/vList5"/>
    <dgm:cxn modelId="{512EB5E6-180B-A643-BD83-17F83E76A0F4}" type="presParOf" srcId="{C811BC07-C62D-FB47-B60B-25C264F95B11}" destId="{D6D04FD0-2DE4-EA43-AAD9-569D4AC12BCF}" srcOrd="8" destOrd="0" presId="urn:microsoft.com/office/officeart/2005/8/layout/vList5"/>
    <dgm:cxn modelId="{F9737AC0-FF61-804B-BBDD-EC8559D50DE7}" type="presParOf" srcId="{D6D04FD0-2DE4-EA43-AAD9-569D4AC12BCF}" destId="{1F716E1D-DD61-AB4B-999E-BBB24B149BDB}" srcOrd="0" destOrd="0" presId="urn:microsoft.com/office/officeart/2005/8/layout/vList5"/>
    <dgm:cxn modelId="{6326F795-B6D7-F241-8E21-9E0786BB4B2F}" type="presParOf" srcId="{C811BC07-C62D-FB47-B60B-25C264F95B11}" destId="{1D12A6EC-8486-3448-B30E-FF79A3DBC615}" srcOrd="9" destOrd="0" presId="urn:microsoft.com/office/officeart/2005/8/layout/vList5"/>
    <dgm:cxn modelId="{63599CAE-2E82-8149-8C6F-6C59337ACC0E}" type="presParOf" srcId="{C811BC07-C62D-FB47-B60B-25C264F95B11}" destId="{E28B7454-17EF-EA44-A822-924A206DBC05}" srcOrd="10" destOrd="0" presId="urn:microsoft.com/office/officeart/2005/8/layout/vList5"/>
    <dgm:cxn modelId="{F836BBD8-9264-D146-A409-59EFA6927FEB}" type="presParOf" srcId="{E28B7454-17EF-EA44-A822-924A206DBC05}" destId="{566C239F-196D-A643-905F-F3C0EE71F98A}" srcOrd="0" destOrd="0" presId="urn:microsoft.com/office/officeart/2005/8/layout/vList5"/>
    <dgm:cxn modelId="{E12D5E10-7501-496B-8F9C-6C9A382DB3C5}" type="presParOf" srcId="{C811BC07-C62D-FB47-B60B-25C264F95B11}" destId="{FAF38633-EC26-44CA-A3CB-53727944C293}" srcOrd="11" destOrd="0" presId="urn:microsoft.com/office/officeart/2005/8/layout/vList5"/>
    <dgm:cxn modelId="{775DE965-5E4A-403E-BE07-4248E756683D}" type="presParOf" srcId="{C811BC07-C62D-FB47-B60B-25C264F95B11}" destId="{18CE8A01-49E4-4018-A39B-FEFCB8EFBB89}" srcOrd="12" destOrd="0" presId="urn:microsoft.com/office/officeart/2005/8/layout/vList5"/>
    <dgm:cxn modelId="{D11971FB-6F56-4EF7-88BB-B047BAFBAF20}" type="presParOf" srcId="{18CE8A01-49E4-4018-A39B-FEFCB8EFBB89}" destId="{D75B93F1-7583-47B5-B36C-84B584C0687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8C372-6957-42CE-8B4A-6149D692DEDD}">
      <dsp:nvSpPr>
        <dsp:cNvPr id="0" name=""/>
        <dsp:cNvSpPr/>
      </dsp:nvSpPr>
      <dsp:spPr>
        <a:xfrm>
          <a:off x="0" y="0"/>
          <a:ext cx="10058399" cy="674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8F7C97-44CC-4C9B-8B09-2F37748AAEAF}">
      <dsp:nvSpPr>
        <dsp:cNvPr id="0" name=""/>
        <dsp:cNvSpPr/>
      </dsp:nvSpPr>
      <dsp:spPr>
        <a:xfrm>
          <a:off x="203933" y="154851"/>
          <a:ext cx="370788" cy="3707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CA4F5-6397-405F-8E2D-C0FE29532C98}">
      <dsp:nvSpPr>
        <dsp:cNvPr id="0" name=""/>
        <dsp:cNvSpPr/>
      </dsp:nvSpPr>
      <dsp:spPr>
        <a:xfrm>
          <a:off x="778656" y="3165"/>
          <a:ext cx="9279743" cy="67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49" tIns="71349" rIns="71349" bIns="713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Opportunity Identifications </a:t>
          </a:r>
        </a:p>
      </dsp:txBody>
      <dsp:txXfrm>
        <a:off x="778656" y="3165"/>
        <a:ext cx="9279743" cy="674161"/>
      </dsp:txXfrm>
    </dsp:sp>
    <dsp:sp modelId="{EEE06921-2121-4C1F-96C7-D96DD07B4574}">
      <dsp:nvSpPr>
        <dsp:cNvPr id="0" name=""/>
        <dsp:cNvSpPr/>
      </dsp:nvSpPr>
      <dsp:spPr>
        <a:xfrm>
          <a:off x="0" y="845867"/>
          <a:ext cx="10058399" cy="674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009AA-0ABF-4C7C-9EE1-7755B4650F00}">
      <dsp:nvSpPr>
        <dsp:cNvPr id="0" name=""/>
        <dsp:cNvSpPr/>
      </dsp:nvSpPr>
      <dsp:spPr>
        <a:xfrm>
          <a:off x="203933" y="997553"/>
          <a:ext cx="370788" cy="3707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570F9-A542-4085-B0ED-41E47166045A}">
      <dsp:nvSpPr>
        <dsp:cNvPr id="0" name=""/>
        <dsp:cNvSpPr/>
      </dsp:nvSpPr>
      <dsp:spPr>
        <a:xfrm>
          <a:off x="778656" y="845867"/>
          <a:ext cx="9279743" cy="67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49" tIns="71349" rIns="71349" bIns="713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Customer needs</a:t>
          </a:r>
        </a:p>
      </dsp:txBody>
      <dsp:txXfrm>
        <a:off x="778656" y="845867"/>
        <a:ext cx="9279743" cy="674161"/>
      </dsp:txXfrm>
    </dsp:sp>
    <dsp:sp modelId="{F6CFF511-DD6A-40B5-9A67-23E0025C025E}">
      <dsp:nvSpPr>
        <dsp:cNvPr id="0" name=""/>
        <dsp:cNvSpPr/>
      </dsp:nvSpPr>
      <dsp:spPr>
        <a:xfrm>
          <a:off x="0" y="1688569"/>
          <a:ext cx="10058399" cy="674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2937E-8E9A-4308-BABE-5F5D6AB89954}">
      <dsp:nvSpPr>
        <dsp:cNvPr id="0" name=""/>
        <dsp:cNvSpPr/>
      </dsp:nvSpPr>
      <dsp:spPr>
        <a:xfrm>
          <a:off x="203933" y="1840255"/>
          <a:ext cx="370788" cy="3707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DC174E-D61F-4E0C-BAC2-4329B54B4678}">
      <dsp:nvSpPr>
        <dsp:cNvPr id="0" name=""/>
        <dsp:cNvSpPr/>
      </dsp:nvSpPr>
      <dsp:spPr>
        <a:xfrm>
          <a:off x="778656" y="1688569"/>
          <a:ext cx="9279743" cy="67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49" tIns="71349" rIns="71349" bIns="713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Target specification</a:t>
          </a:r>
        </a:p>
      </dsp:txBody>
      <dsp:txXfrm>
        <a:off x="778656" y="1688569"/>
        <a:ext cx="9279743" cy="674161"/>
      </dsp:txXfrm>
    </dsp:sp>
    <dsp:sp modelId="{99AD4D14-AB15-4C53-B9A8-7505064AEDF3}">
      <dsp:nvSpPr>
        <dsp:cNvPr id="0" name=""/>
        <dsp:cNvSpPr/>
      </dsp:nvSpPr>
      <dsp:spPr>
        <a:xfrm>
          <a:off x="0" y="2531271"/>
          <a:ext cx="10058399" cy="674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79752-3C68-4F64-9C36-2DCE7D248A49}">
      <dsp:nvSpPr>
        <dsp:cNvPr id="0" name=""/>
        <dsp:cNvSpPr/>
      </dsp:nvSpPr>
      <dsp:spPr>
        <a:xfrm>
          <a:off x="203933" y="2682957"/>
          <a:ext cx="370788" cy="3707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69B4E-9D09-4AE0-8847-2E1E6DEAC550}">
      <dsp:nvSpPr>
        <dsp:cNvPr id="0" name=""/>
        <dsp:cNvSpPr/>
      </dsp:nvSpPr>
      <dsp:spPr>
        <a:xfrm>
          <a:off x="778656" y="2531271"/>
          <a:ext cx="9279743" cy="67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49" tIns="71349" rIns="71349" bIns="713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Concept generation and concept selection</a:t>
          </a:r>
        </a:p>
      </dsp:txBody>
      <dsp:txXfrm>
        <a:off x="778656" y="2531271"/>
        <a:ext cx="9279743" cy="674161"/>
      </dsp:txXfrm>
    </dsp:sp>
    <dsp:sp modelId="{B372DB10-6DED-4829-98C2-BD563699F530}">
      <dsp:nvSpPr>
        <dsp:cNvPr id="0" name=""/>
        <dsp:cNvSpPr/>
      </dsp:nvSpPr>
      <dsp:spPr>
        <a:xfrm>
          <a:off x="0" y="3373973"/>
          <a:ext cx="10058399" cy="674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43644-497D-45CD-BFE2-F4CE2D94B058}">
      <dsp:nvSpPr>
        <dsp:cNvPr id="0" name=""/>
        <dsp:cNvSpPr/>
      </dsp:nvSpPr>
      <dsp:spPr>
        <a:xfrm>
          <a:off x="203933" y="3525659"/>
          <a:ext cx="370788" cy="3707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42888-6F88-4E9C-AB47-3AC5D83E5F4B}">
      <dsp:nvSpPr>
        <dsp:cNvPr id="0" name=""/>
        <dsp:cNvSpPr/>
      </dsp:nvSpPr>
      <dsp:spPr>
        <a:xfrm>
          <a:off x="778656" y="3373973"/>
          <a:ext cx="9279743" cy="674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49" tIns="71349" rIns="71349" bIns="7134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Management of projects</a:t>
          </a:r>
        </a:p>
      </dsp:txBody>
      <dsp:txXfrm>
        <a:off x="778656" y="3373973"/>
        <a:ext cx="9279743" cy="6741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40C04-A173-4705-9951-5DB5D865499F}">
      <dsp:nvSpPr>
        <dsp:cNvPr id="0" name=""/>
        <dsp:cNvSpPr/>
      </dsp:nvSpPr>
      <dsp:spPr>
        <a:xfrm>
          <a:off x="1439912" y="40707"/>
          <a:ext cx="950355" cy="9503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05618-42E5-4F4A-BFAD-7A25754C3420}">
      <dsp:nvSpPr>
        <dsp:cNvPr id="0" name=""/>
        <dsp:cNvSpPr/>
      </dsp:nvSpPr>
      <dsp:spPr>
        <a:xfrm>
          <a:off x="1639487" y="240282"/>
          <a:ext cx="551205" cy="551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48001-17CA-406C-8176-5EDE7B793F93}">
      <dsp:nvSpPr>
        <dsp:cNvPr id="0" name=""/>
        <dsp:cNvSpPr/>
      </dsp:nvSpPr>
      <dsp:spPr>
        <a:xfrm>
          <a:off x="2593915" y="40707"/>
          <a:ext cx="2240122" cy="950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“Good product (quality)”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table is made of good material.</a:t>
          </a:r>
        </a:p>
      </dsp:txBody>
      <dsp:txXfrm>
        <a:off x="2593915" y="40707"/>
        <a:ext cx="2240122" cy="950355"/>
      </dsp:txXfrm>
    </dsp:sp>
    <dsp:sp modelId="{D395A78C-99A6-4C27-BD39-3CFA0F75E50D}">
      <dsp:nvSpPr>
        <dsp:cNvPr id="0" name=""/>
        <dsp:cNvSpPr/>
      </dsp:nvSpPr>
      <dsp:spPr>
        <a:xfrm>
          <a:off x="5224362" y="40707"/>
          <a:ext cx="950355" cy="9503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684DA-2D05-4F1F-9690-9EF6AF648A00}">
      <dsp:nvSpPr>
        <dsp:cNvPr id="0" name=""/>
        <dsp:cNvSpPr/>
      </dsp:nvSpPr>
      <dsp:spPr>
        <a:xfrm>
          <a:off x="5423936" y="240282"/>
          <a:ext cx="551205" cy="551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B0724-ABB7-4A24-A87C-3695F6A4D9BF}">
      <dsp:nvSpPr>
        <dsp:cNvPr id="0" name=""/>
        <dsp:cNvSpPr/>
      </dsp:nvSpPr>
      <dsp:spPr>
        <a:xfrm>
          <a:off x="6378364" y="40707"/>
          <a:ext cx="2240122" cy="950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“I Can put it easily”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The table is easy to fix /install.</a:t>
          </a:r>
        </a:p>
      </dsp:txBody>
      <dsp:txXfrm>
        <a:off x="6378364" y="40707"/>
        <a:ext cx="2240122" cy="950355"/>
      </dsp:txXfrm>
    </dsp:sp>
    <dsp:sp modelId="{316AE414-FC5F-4AFA-A455-243BF29C9537}">
      <dsp:nvSpPr>
        <dsp:cNvPr id="0" name=""/>
        <dsp:cNvSpPr/>
      </dsp:nvSpPr>
      <dsp:spPr>
        <a:xfrm>
          <a:off x="1439912" y="1746398"/>
          <a:ext cx="950355" cy="9503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30EE0-FC62-4583-9312-714A37121AED}">
      <dsp:nvSpPr>
        <dsp:cNvPr id="0" name=""/>
        <dsp:cNvSpPr/>
      </dsp:nvSpPr>
      <dsp:spPr>
        <a:xfrm>
          <a:off x="1639487" y="1945973"/>
          <a:ext cx="551205" cy="551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EFE86-A3BF-4AF0-9DC1-BC41DF7BBF52}">
      <dsp:nvSpPr>
        <dsp:cNvPr id="0" name=""/>
        <dsp:cNvSpPr/>
      </dsp:nvSpPr>
      <dsp:spPr>
        <a:xfrm>
          <a:off x="2593915" y="1746398"/>
          <a:ext cx="2240122" cy="950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“I can carry it easy”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table is portable.</a:t>
          </a:r>
        </a:p>
      </dsp:txBody>
      <dsp:txXfrm>
        <a:off x="2593915" y="1746398"/>
        <a:ext cx="2240122" cy="950355"/>
      </dsp:txXfrm>
    </dsp:sp>
    <dsp:sp modelId="{514A8927-A6B6-4590-BDFC-3012A7588A62}">
      <dsp:nvSpPr>
        <dsp:cNvPr id="0" name=""/>
        <dsp:cNvSpPr/>
      </dsp:nvSpPr>
      <dsp:spPr>
        <a:xfrm>
          <a:off x="5224362" y="1746398"/>
          <a:ext cx="950355" cy="9503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DA817-4A60-4EC1-9A84-C9EECCCC1D6D}">
      <dsp:nvSpPr>
        <dsp:cNvPr id="0" name=""/>
        <dsp:cNvSpPr/>
      </dsp:nvSpPr>
      <dsp:spPr>
        <a:xfrm>
          <a:off x="5423936" y="1945973"/>
          <a:ext cx="551205" cy="5512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D1991-41B9-4F2B-BF2B-F0BE62E6E023}">
      <dsp:nvSpPr>
        <dsp:cNvPr id="0" name=""/>
        <dsp:cNvSpPr/>
      </dsp:nvSpPr>
      <dsp:spPr>
        <a:xfrm>
          <a:off x="6378364" y="1746398"/>
          <a:ext cx="2240122" cy="950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“Not slippery”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food grips on the table surface.</a:t>
          </a:r>
        </a:p>
      </dsp:txBody>
      <dsp:txXfrm>
        <a:off x="6378364" y="1746398"/>
        <a:ext cx="2240122" cy="950355"/>
      </dsp:txXfrm>
    </dsp:sp>
    <dsp:sp modelId="{7780A9A9-97EA-4652-8233-FDBD3E5E9C14}">
      <dsp:nvSpPr>
        <dsp:cNvPr id="0" name=""/>
        <dsp:cNvSpPr/>
      </dsp:nvSpPr>
      <dsp:spPr>
        <a:xfrm>
          <a:off x="2562861" y="3387921"/>
          <a:ext cx="950355" cy="95035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88F5A-F632-45CC-B6E9-0D6438A539B3}">
      <dsp:nvSpPr>
        <dsp:cNvPr id="0" name=""/>
        <dsp:cNvSpPr/>
      </dsp:nvSpPr>
      <dsp:spPr>
        <a:xfrm>
          <a:off x="2754417" y="3611558"/>
          <a:ext cx="551205" cy="5512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CAC88-2C21-4F0F-911D-08D7618EDD5C}">
      <dsp:nvSpPr>
        <dsp:cNvPr id="0" name=""/>
        <dsp:cNvSpPr/>
      </dsp:nvSpPr>
      <dsp:spPr>
        <a:xfrm>
          <a:off x="3136461" y="3379900"/>
          <a:ext cx="3779377" cy="9503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“The table is large enough”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table has large surface area</a:t>
          </a:r>
        </a:p>
      </dsp:txBody>
      <dsp:txXfrm>
        <a:off x="3136461" y="3379900"/>
        <a:ext cx="3779377" cy="9503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D56F2-196F-46DB-8A9A-D5DC7B2B42DC}">
      <dsp:nvSpPr>
        <dsp:cNvPr id="0" name=""/>
        <dsp:cNvSpPr/>
      </dsp:nvSpPr>
      <dsp:spPr>
        <a:xfrm>
          <a:off x="489253" y="982544"/>
          <a:ext cx="793388" cy="793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42E55-EADD-43D6-A390-C826CABFC2E0}">
      <dsp:nvSpPr>
        <dsp:cNvPr id="0" name=""/>
        <dsp:cNvSpPr/>
      </dsp:nvSpPr>
      <dsp:spPr>
        <a:xfrm>
          <a:off x="4405" y="2040479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volume of the table</a:t>
          </a:r>
        </a:p>
      </dsp:txBody>
      <dsp:txXfrm>
        <a:off x="4405" y="2040479"/>
        <a:ext cx="1763085" cy="705234"/>
      </dsp:txXfrm>
    </dsp:sp>
    <dsp:sp modelId="{411424BD-6B8C-439B-AE6A-FE36E11297D9}">
      <dsp:nvSpPr>
        <dsp:cNvPr id="0" name=""/>
        <dsp:cNvSpPr/>
      </dsp:nvSpPr>
      <dsp:spPr>
        <a:xfrm>
          <a:off x="2560879" y="982544"/>
          <a:ext cx="793388" cy="793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12F01-371E-4DE3-AC19-82114BCC2641}">
      <dsp:nvSpPr>
        <dsp:cNvPr id="0" name=""/>
        <dsp:cNvSpPr/>
      </dsp:nvSpPr>
      <dsp:spPr>
        <a:xfrm>
          <a:off x="2076031" y="2040479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Time to remove and install</a:t>
          </a:r>
        </a:p>
      </dsp:txBody>
      <dsp:txXfrm>
        <a:off x="2076031" y="2040479"/>
        <a:ext cx="1763085" cy="705234"/>
      </dsp:txXfrm>
    </dsp:sp>
    <dsp:sp modelId="{2F9F1CF9-DE9B-44AB-A0A7-6541BAA1AB5D}">
      <dsp:nvSpPr>
        <dsp:cNvPr id="0" name=""/>
        <dsp:cNvSpPr/>
      </dsp:nvSpPr>
      <dsp:spPr>
        <a:xfrm>
          <a:off x="4632505" y="982544"/>
          <a:ext cx="793388" cy="793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B5A84-1FB5-4862-84A5-729C0C5D4B1F}">
      <dsp:nvSpPr>
        <dsp:cNvPr id="0" name=""/>
        <dsp:cNvSpPr/>
      </dsp:nvSpPr>
      <dsp:spPr>
        <a:xfrm>
          <a:off x="4147657" y="2040479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 Table can be carried easily after usage directly.</a:t>
          </a:r>
        </a:p>
      </dsp:txBody>
      <dsp:txXfrm>
        <a:off x="4147657" y="2040479"/>
        <a:ext cx="1763085" cy="705234"/>
      </dsp:txXfrm>
    </dsp:sp>
    <dsp:sp modelId="{2BB871E7-2EDE-44CD-91B9-36F54D1F5E4B}">
      <dsp:nvSpPr>
        <dsp:cNvPr id="0" name=""/>
        <dsp:cNvSpPr/>
      </dsp:nvSpPr>
      <dsp:spPr>
        <a:xfrm>
          <a:off x="6704131" y="982544"/>
          <a:ext cx="793388" cy="793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B61CA-E856-4C75-8E67-0C88F5746D0D}">
      <dsp:nvSpPr>
        <dsp:cNvPr id="0" name=""/>
        <dsp:cNvSpPr/>
      </dsp:nvSpPr>
      <dsp:spPr>
        <a:xfrm>
          <a:off x="6219283" y="2040479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 Table can be cleaned easily.</a:t>
          </a:r>
        </a:p>
      </dsp:txBody>
      <dsp:txXfrm>
        <a:off x="6219283" y="2040479"/>
        <a:ext cx="1763085" cy="705234"/>
      </dsp:txXfrm>
    </dsp:sp>
    <dsp:sp modelId="{A383E82F-26E9-4933-A5BE-1462F23911E4}">
      <dsp:nvSpPr>
        <dsp:cNvPr id="0" name=""/>
        <dsp:cNvSpPr/>
      </dsp:nvSpPr>
      <dsp:spPr>
        <a:xfrm>
          <a:off x="8775757" y="982544"/>
          <a:ext cx="793388" cy="7933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BF8CB-B0D2-45EC-951F-3E7525FCBACA}">
      <dsp:nvSpPr>
        <dsp:cNvPr id="0" name=""/>
        <dsp:cNvSpPr/>
      </dsp:nvSpPr>
      <dsp:spPr>
        <a:xfrm>
          <a:off x="8290908" y="2040479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Surface area.</a:t>
          </a:r>
        </a:p>
      </dsp:txBody>
      <dsp:txXfrm>
        <a:off x="8290908" y="2040479"/>
        <a:ext cx="1763085" cy="7052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A0B07-6274-4244-AB58-BB8066E1916B}">
      <dsp:nvSpPr>
        <dsp:cNvPr id="0" name=""/>
        <dsp:cNvSpPr/>
      </dsp:nvSpPr>
      <dsp:spPr>
        <a:xfrm>
          <a:off x="0" y="343722"/>
          <a:ext cx="1005839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0DFF3-810A-1D47-98F5-F68C3A623670}">
      <dsp:nvSpPr>
        <dsp:cNvPr id="0" name=""/>
        <dsp:cNvSpPr/>
      </dsp:nvSpPr>
      <dsp:spPr>
        <a:xfrm>
          <a:off x="502920" y="48522"/>
          <a:ext cx="704088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Searching externally  through:</a:t>
          </a:r>
        </a:p>
      </dsp:txBody>
      <dsp:txXfrm>
        <a:off x="531741" y="77343"/>
        <a:ext cx="6983238" cy="532758"/>
      </dsp:txXfrm>
    </dsp:sp>
    <dsp:sp modelId="{C0D8665B-4FD6-F441-ADBC-B55A32BBBC4E}">
      <dsp:nvSpPr>
        <dsp:cNvPr id="0" name=""/>
        <dsp:cNvSpPr/>
      </dsp:nvSpPr>
      <dsp:spPr>
        <a:xfrm>
          <a:off x="0" y="1250922"/>
          <a:ext cx="1005839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62AD5-EBBD-1048-A777-90976FC2EFA7}">
      <dsp:nvSpPr>
        <dsp:cNvPr id="0" name=""/>
        <dsp:cNvSpPr/>
      </dsp:nvSpPr>
      <dsp:spPr>
        <a:xfrm>
          <a:off x="502920" y="955722"/>
          <a:ext cx="704088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a- Interview future customers</a:t>
          </a:r>
        </a:p>
      </dsp:txBody>
      <dsp:txXfrm>
        <a:off x="531741" y="984543"/>
        <a:ext cx="6983238" cy="532758"/>
      </dsp:txXfrm>
    </dsp:sp>
    <dsp:sp modelId="{7E68DA3C-D9FE-8A43-A29E-B60743F2F8C7}">
      <dsp:nvSpPr>
        <dsp:cNvPr id="0" name=""/>
        <dsp:cNvSpPr/>
      </dsp:nvSpPr>
      <dsp:spPr>
        <a:xfrm>
          <a:off x="0" y="2158122"/>
          <a:ext cx="1005839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3B4DA-1C1A-B84D-9684-E9EF6C06EE30}">
      <dsp:nvSpPr>
        <dsp:cNvPr id="0" name=""/>
        <dsp:cNvSpPr/>
      </dsp:nvSpPr>
      <dsp:spPr>
        <a:xfrm>
          <a:off x="502920" y="1862922"/>
          <a:ext cx="704088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b- Search patents.</a:t>
          </a:r>
        </a:p>
      </dsp:txBody>
      <dsp:txXfrm>
        <a:off x="531741" y="1891743"/>
        <a:ext cx="6983238" cy="532758"/>
      </dsp:txXfrm>
    </dsp:sp>
    <dsp:sp modelId="{BDF6ED67-88C7-4F45-823E-E393FD9B63A7}">
      <dsp:nvSpPr>
        <dsp:cNvPr id="0" name=""/>
        <dsp:cNvSpPr/>
      </dsp:nvSpPr>
      <dsp:spPr>
        <a:xfrm>
          <a:off x="0" y="3065322"/>
          <a:ext cx="1005839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AA0F7-E53D-4845-A9AE-DB4FBE23F55B}">
      <dsp:nvSpPr>
        <dsp:cNvPr id="0" name=""/>
        <dsp:cNvSpPr/>
      </dsp:nvSpPr>
      <dsp:spPr>
        <a:xfrm>
          <a:off x="502920" y="2770122"/>
          <a:ext cx="704088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-Searching internally.</a:t>
          </a:r>
        </a:p>
      </dsp:txBody>
      <dsp:txXfrm>
        <a:off x="531741" y="2798943"/>
        <a:ext cx="6983238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3CE26-B5CD-40E4-B422-D44EC0759F6A}">
      <dsp:nvSpPr>
        <dsp:cNvPr id="0" name=""/>
        <dsp:cNvSpPr/>
      </dsp:nvSpPr>
      <dsp:spPr>
        <a:xfrm>
          <a:off x="0" y="547"/>
          <a:ext cx="8317747" cy="128042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30E7511-9B96-4720-877A-D03149D9FC09}">
      <dsp:nvSpPr>
        <dsp:cNvPr id="0" name=""/>
        <dsp:cNvSpPr/>
      </dsp:nvSpPr>
      <dsp:spPr>
        <a:xfrm>
          <a:off x="387327" y="288641"/>
          <a:ext cx="704231" cy="70423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9E74038-38EE-4B40-9877-CEE4AA1BDF9B}">
      <dsp:nvSpPr>
        <dsp:cNvPr id="0" name=""/>
        <dsp:cNvSpPr/>
      </dsp:nvSpPr>
      <dsp:spPr>
        <a:xfrm>
          <a:off x="1478885" y="547"/>
          <a:ext cx="3742986" cy="128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11" tIns="135511" rIns="135511" bIns="1355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Managing Project Scope</a:t>
          </a:r>
        </a:p>
      </dsp:txBody>
      <dsp:txXfrm>
        <a:off x="1478885" y="547"/>
        <a:ext cx="3742986" cy="1280420"/>
      </dsp:txXfrm>
    </dsp:sp>
    <dsp:sp modelId="{4BB27699-84DF-4225-A14A-DD57A9D8952D}">
      <dsp:nvSpPr>
        <dsp:cNvPr id="0" name=""/>
        <dsp:cNvSpPr/>
      </dsp:nvSpPr>
      <dsp:spPr>
        <a:xfrm>
          <a:off x="5221871" y="547"/>
          <a:ext cx="3095875" cy="128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11" tIns="135511" rIns="135511" bIns="1355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Make it easier for the  customer to identify it </a:t>
          </a:r>
        </a:p>
      </dsp:txBody>
      <dsp:txXfrm>
        <a:off x="5221871" y="547"/>
        <a:ext cx="3095875" cy="1280420"/>
      </dsp:txXfrm>
    </dsp:sp>
    <dsp:sp modelId="{C22AD3EE-2D38-459A-9DCF-7412C471D9F0}">
      <dsp:nvSpPr>
        <dsp:cNvPr id="0" name=""/>
        <dsp:cNvSpPr/>
      </dsp:nvSpPr>
      <dsp:spPr>
        <a:xfrm>
          <a:off x="0" y="1601072"/>
          <a:ext cx="8317747" cy="128042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A8CFFBE-9FE8-4BB7-A17D-1109849E7C8F}">
      <dsp:nvSpPr>
        <dsp:cNvPr id="0" name=""/>
        <dsp:cNvSpPr/>
      </dsp:nvSpPr>
      <dsp:spPr>
        <a:xfrm>
          <a:off x="387327" y="1889166"/>
          <a:ext cx="704231" cy="70423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EB64FC8-BF5E-40BC-936E-37DE87181D6A}">
      <dsp:nvSpPr>
        <dsp:cNvPr id="0" name=""/>
        <dsp:cNvSpPr/>
      </dsp:nvSpPr>
      <dsp:spPr>
        <a:xfrm>
          <a:off x="1478885" y="1601072"/>
          <a:ext cx="3742986" cy="128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11" tIns="135511" rIns="135511" bIns="1355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Pipeline Critical Tasks</a:t>
          </a:r>
        </a:p>
      </dsp:txBody>
      <dsp:txXfrm>
        <a:off x="1478885" y="1601072"/>
        <a:ext cx="3742986" cy="1280420"/>
      </dsp:txXfrm>
    </dsp:sp>
    <dsp:sp modelId="{7526447A-04E2-4AAD-B82A-A2C201DE80C8}">
      <dsp:nvSpPr>
        <dsp:cNvPr id="0" name=""/>
        <dsp:cNvSpPr/>
      </dsp:nvSpPr>
      <dsp:spPr>
        <a:xfrm>
          <a:off x="5221871" y="1601072"/>
          <a:ext cx="3095875" cy="128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11" tIns="135511" rIns="135511" bIns="1355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Breaking down main problem into subproblem</a:t>
          </a:r>
        </a:p>
      </dsp:txBody>
      <dsp:txXfrm>
        <a:off x="5221871" y="1601072"/>
        <a:ext cx="3095875" cy="1280420"/>
      </dsp:txXfrm>
    </dsp:sp>
    <dsp:sp modelId="{A8D401D4-D075-46A3-9E79-CFDC218AC695}">
      <dsp:nvSpPr>
        <dsp:cNvPr id="0" name=""/>
        <dsp:cNvSpPr/>
      </dsp:nvSpPr>
      <dsp:spPr>
        <a:xfrm>
          <a:off x="0" y="3201597"/>
          <a:ext cx="8317747" cy="128042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92EE02E-FDFE-4743-9F03-2C26325FBAFD}">
      <dsp:nvSpPr>
        <dsp:cNvPr id="0" name=""/>
        <dsp:cNvSpPr/>
      </dsp:nvSpPr>
      <dsp:spPr>
        <a:xfrm>
          <a:off x="387327" y="3489692"/>
          <a:ext cx="704231" cy="704231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AF8378E-0244-4909-9589-237E8AD08A03}">
      <dsp:nvSpPr>
        <dsp:cNvPr id="0" name=""/>
        <dsp:cNvSpPr/>
      </dsp:nvSpPr>
      <dsp:spPr>
        <a:xfrm>
          <a:off x="1478885" y="3201597"/>
          <a:ext cx="3742986" cy="128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11" tIns="135511" rIns="135511" bIns="1355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Priority for Critical Tasks</a:t>
          </a:r>
        </a:p>
      </dsp:txBody>
      <dsp:txXfrm>
        <a:off x="1478885" y="3201597"/>
        <a:ext cx="3742986" cy="1280420"/>
      </dsp:txXfrm>
    </dsp:sp>
    <dsp:sp modelId="{67667A15-824E-4457-9B53-3C60ACC14C74}">
      <dsp:nvSpPr>
        <dsp:cNvPr id="0" name=""/>
        <dsp:cNvSpPr/>
      </dsp:nvSpPr>
      <dsp:spPr>
        <a:xfrm>
          <a:off x="5221871" y="3201597"/>
          <a:ext cx="3095875" cy="128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11" tIns="135511" rIns="135511" bIns="1355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it in early stages solve it fast when it arise</a:t>
          </a:r>
        </a:p>
      </dsp:txBody>
      <dsp:txXfrm>
        <a:off x="5221871" y="3201597"/>
        <a:ext cx="3095875" cy="12804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FC49B-5664-6C41-A845-FEDD9137BFB0}">
      <dsp:nvSpPr>
        <dsp:cNvPr id="0" name=""/>
        <dsp:cNvSpPr/>
      </dsp:nvSpPr>
      <dsp:spPr>
        <a:xfrm>
          <a:off x="3143" y="29216"/>
          <a:ext cx="3064668" cy="9457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Coordination</a:t>
          </a:r>
        </a:p>
      </dsp:txBody>
      <dsp:txXfrm>
        <a:off x="3143" y="29216"/>
        <a:ext cx="3064668" cy="945700"/>
      </dsp:txXfrm>
    </dsp:sp>
    <dsp:sp modelId="{63618439-11B2-F944-BEC7-72A802F40CFF}">
      <dsp:nvSpPr>
        <dsp:cNvPr id="0" name=""/>
        <dsp:cNvSpPr/>
      </dsp:nvSpPr>
      <dsp:spPr>
        <a:xfrm>
          <a:off x="3143" y="974916"/>
          <a:ext cx="3064668" cy="261371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Avoid deviation from target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Clarifying each stage for all members</a:t>
          </a:r>
        </a:p>
      </dsp:txBody>
      <dsp:txXfrm>
        <a:off x="3143" y="974916"/>
        <a:ext cx="3064668" cy="2613711"/>
      </dsp:txXfrm>
    </dsp:sp>
    <dsp:sp modelId="{B950E2E4-FA53-2A40-822E-8FF1FEE25AD3}">
      <dsp:nvSpPr>
        <dsp:cNvPr id="0" name=""/>
        <dsp:cNvSpPr/>
      </dsp:nvSpPr>
      <dsp:spPr>
        <a:xfrm>
          <a:off x="3496865" y="29216"/>
          <a:ext cx="3064668" cy="945700"/>
        </a:xfrm>
        <a:prstGeom prst="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accent2">
              <a:hueOff val="953895"/>
              <a:satOff val="-21764"/>
              <a:lumOff val="80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Assessing Project Status</a:t>
          </a:r>
        </a:p>
      </dsp:txBody>
      <dsp:txXfrm>
        <a:off x="3496865" y="29216"/>
        <a:ext cx="3064668" cy="945700"/>
      </dsp:txXfrm>
    </dsp:sp>
    <dsp:sp modelId="{434B2A88-7E45-054C-A26F-37D57A70B703}">
      <dsp:nvSpPr>
        <dsp:cNvPr id="0" name=""/>
        <dsp:cNvSpPr/>
      </dsp:nvSpPr>
      <dsp:spPr>
        <a:xfrm>
          <a:off x="3496865" y="974916"/>
          <a:ext cx="3064668" cy="2613711"/>
        </a:xfrm>
        <a:prstGeom prst="rect">
          <a:avLst/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Knowing about project progress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Project executed as planned for </a:t>
          </a:r>
        </a:p>
      </dsp:txBody>
      <dsp:txXfrm>
        <a:off x="3496865" y="974916"/>
        <a:ext cx="3064668" cy="2613711"/>
      </dsp:txXfrm>
    </dsp:sp>
    <dsp:sp modelId="{6362F291-1523-1941-944D-DCF74F6ADF7F}">
      <dsp:nvSpPr>
        <dsp:cNvPr id="0" name=""/>
        <dsp:cNvSpPr/>
      </dsp:nvSpPr>
      <dsp:spPr>
        <a:xfrm>
          <a:off x="6990588" y="29216"/>
          <a:ext cx="3064668" cy="945700"/>
        </a:xfrm>
        <a:prstGeom prst="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accent2">
              <a:hueOff val="1907789"/>
              <a:satOff val="-43528"/>
              <a:lumOff val="16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Corrective Actions</a:t>
          </a:r>
        </a:p>
      </dsp:txBody>
      <dsp:txXfrm>
        <a:off x="6990588" y="29216"/>
        <a:ext cx="3064668" cy="945700"/>
      </dsp:txXfrm>
    </dsp:sp>
    <dsp:sp modelId="{E5EB1148-AF58-F64A-9FA9-369FFC094928}">
      <dsp:nvSpPr>
        <dsp:cNvPr id="0" name=""/>
        <dsp:cNvSpPr/>
      </dsp:nvSpPr>
      <dsp:spPr>
        <a:xfrm>
          <a:off x="6990588" y="974916"/>
          <a:ext cx="3064668" cy="2613711"/>
        </a:xfrm>
        <a:prstGeom prst="rect">
          <a:avLst/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When there is a deviation from target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 Return back to track</a:t>
          </a:r>
        </a:p>
      </dsp:txBody>
      <dsp:txXfrm>
        <a:off x="6990588" y="974916"/>
        <a:ext cx="3064668" cy="26137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D6E43-1E47-4D16-B973-EBD882024054}">
      <dsp:nvSpPr>
        <dsp:cNvPr id="0" name=""/>
        <dsp:cNvSpPr/>
      </dsp:nvSpPr>
      <dsp:spPr>
        <a:xfrm>
          <a:off x="489253" y="1143998"/>
          <a:ext cx="793388" cy="793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4C72D-324A-4620-B2FA-4ED53EB73A34}">
      <dsp:nvSpPr>
        <dsp:cNvPr id="0" name=""/>
        <dsp:cNvSpPr/>
      </dsp:nvSpPr>
      <dsp:spPr>
        <a:xfrm>
          <a:off x="4405" y="2202066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Checking on Project Progress</a:t>
          </a:r>
        </a:p>
      </dsp:txBody>
      <dsp:txXfrm>
        <a:off x="4405" y="2202066"/>
        <a:ext cx="1763085" cy="705234"/>
      </dsp:txXfrm>
    </dsp:sp>
    <dsp:sp modelId="{7288B4C1-706D-46B3-A7ED-6DCBFC256D5A}">
      <dsp:nvSpPr>
        <dsp:cNvPr id="0" name=""/>
        <dsp:cNvSpPr/>
      </dsp:nvSpPr>
      <dsp:spPr>
        <a:xfrm>
          <a:off x="2560879" y="1143998"/>
          <a:ext cx="793388" cy="793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CFF3C-C624-43D5-BE6B-D5EE9629AEDA}">
      <dsp:nvSpPr>
        <dsp:cNvPr id="0" name=""/>
        <dsp:cNvSpPr/>
      </dsp:nvSpPr>
      <dsp:spPr>
        <a:xfrm>
          <a:off x="2076031" y="2202066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Ensure that what you're trying to develop is meeting with customer needs.</a:t>
          </a:r>
        </a:p>
      </dsp:txBody>
      <dsp:txXfrm>
        <a:off x="2076031" y="2202066"/>
        <a:ext cx="1763085" cy="705234"/>
      </dsp:txXfrm>
    </dsp:sp>
    <dsp:sp modelId="{36985265-A7C0-4A29-959E-4BD64E25A288}">
      <dsp:nvSpPr>
        <dsp:cNvPr id="0" name=""/>
        <dsp:cNvSpPr/>
      </dsp:nvSpPr>
      <dsp:spPr>
        <a:xfrm>
          <a:off x="4632505" y="1143998"/>
          <a:ext cx="793388" cy="793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21ACF-BD3C-4DD6-ACB3-2E80377D4051}">
      <dsp:nvSpPr>
        <dsp:cNvPr id="0" name=""/>
        <dsp:cNvSpPr/>
      </dsp:nvSpPr>
      <dsp:spPr>
        <a:xfrm>
          <a:off x="4147657" y="2202066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Identifying strengthen and weakness points</a:t>
          </a:r>
        </a:p>
      </dsp:txBody>
      <dsp:txXfrm>
        <a:off x="4147657" y="2202066"/>
        <a:ext cx="1763085" cy="705234"/>
      </dsp:txXfrm>
    </dsp:sp>
    <dsp:sp modelId="{B420513C-AC66-4ECB-A989-E25D83983A33}">
      <dsp:nvSpPr>
        <dsp:cNvPr id="0" name=""/>
        <dsp:cNvSpPr/>
      </dsp:nvSpPr>
      <dsp:spPr>
        <a:xfrm>
          <a:off x="6704131" y="1143998"/>
          <a:ext cx="793388" cy="793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82976-ACA2-413B-ABF6-64DF3C7F42AF}">
      <dsp:nvSpPr>
        <dsp:cNvPr id="0" name=""/>
        <dsp:cNvSpPr/>
      </dsp:nvSpPr>
      <dsp:spPr>
        <a:xfrm>
          <a:off x="6219283" y="2202066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Check on project resources (money, time, work power…etc.)</a:t>
          </a:r>
        </a:p>
      </dsp:txBody>
      <dsp:txXfrm>
        <a:off x="6219283" y="2202066"/>
        <a:ext cx="1763085" cy="705234"/>
      </dsp:txXfrm>
    </dsp:sp>
    <dsp:sp modelId="{467EBFEF-B3F3-4BC8-A6F7-550FE8364AA0}">
      <dsp:nvSpPr>
        <dsp:cNvPr id="0" name=""/>
        <dsp:cNvSpPr/>
      </dsp:nvSpPr>
      <dsp:spPr>
        <a:xfrm>
          <a:off x="8775757" y="1143998"/>
          <a:ext cx="793388" cy="7933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75DF5-EEE3-449A-8E6D-0812540FCDC8}">
      <dsp:nvSpPr>
        <dsp:cNvPr id="0" name=""/>
        <dsp:cNvSpPr/>
      </dsp:nvSpPr>
      <dsp:spPr>
        <a:xfrm>
          <a:off x="8290908" y="2202066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Share the project progress with all members.</a:t>
          </a:r>
        </a:p>
      </dsp:txBody>
      <dsp:txXfrm>
        <a:off x="8290908" y="2202066"/>
        <a:ext cx="1763085" cy="7052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5AB57-8E07-624A-9EDC-B57956E75305}">
      <dsp:nvSpPr>
        <dsp:cNvPr id="0" name=""/>
        <dsp:cNvSpPr/>
      </dsp:nvSpPr>
      <dsp:spPr>
        <a:xfrm>
          <a:off x="3269345" y="377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Opportunity identification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/>
              <a:ea typeface="+mn-ea"/>
              <a:cs typeface="+mn-cs"/>
            </a:rPr>
            <a:t>2 weeks</a:t>
          </a:r>
        </a:p>
      </dsp:txBody>
      <dsp:txXfrm>
        <a:off x="3298859" y="29891"/>
        <a:ext cx="3618985" cy="545570"/>
      </dsp:txXfrm>
    </dsp:sp>
    <dsp:sp modelId="{0906EAFC-6473-D54F-8C58-34D62827FCF7}">
      <dsp:nvSpPr>
        <dsp:cNvPr id="0" name=""/>
        <dsp:cNvSpPr/>
      </dsp:nvSpPr>
      <dsp:spPr>
        <a:xfrm>
          <a:off x="3269345" y="635205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Identify need statement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/>
              <a:ea typeface="+mn-ea"/>
              <a:cs typeface="+mn-cs"/>
            </a:rPr>
            <a:t>2 weeks</a:t>
          </a:r>
        </a:p>
      </dsp:txBody>
      <dsp:txXfrm>
        <a:off x="3298859" y="664719"/>
        <a:ext cx="3618985" cy="545570"/>
      </dsp:txXfrm>
    </dsp:sp>
    <dsp:sp modelId="{60ECDC52-9C14-2E4F-8344-418FC2C87460}">
      <dsp:nvSpPr>
        <dsp:cNvPr id="0" name=""/>
        <dsp:cNvSpPr/>
      </dsp:nvSpPr>
      <dsp:spPr>
        <a:xfrm>
          <a:off x="3269345" y="1270033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Product specification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/>
              <a:ea typeface="+mn-ea"/>
              <a:cs typeface="+mn-cs"/>
            </a:rPr>
            <a:t>1 week</a:t>
          </a:r>
        </a:p>
      </dsp:txBody>
      <dsp:txXfrm>
        <a:off x="3298859" y="1299547"/>
        <a:ext cx="3618985" cy="545570"/>
      </dsp:txXfrm>
    </dsp:sp>
    <dsp:sp modelId="{062C1C50-C104-FC4C-A703-DF181D0E0407}">
      <dsp:nvSpPr>
        <dsp:cNvPr id="0" name=""/>
        <dsp:cNvSpPr/>
      </dsp:nvSpPr>
      <dsp:spPr>
        <a:xfrm>
          <a:off x="3269345" y="1904860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Concept generation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/>
              <a:ea typeface="+mn-ea"/>
              <a:cs typeface="+mn-cs"/>
            </a:rPr>
            <a:t>2 weeks</a:t>
          </a:r>
        </a:p>
      </dsp:txBody>
      <dsp:txXfrm>
        <a:off x="3298859" y="1934374"/>
        <a:ext cx="3618985" cy="545570"/>
      </dsp:txXfrm>
    </dsp:sp>
    <dsp:sp modelId="{1F716E1D-DD61-AB4B-999E-BBB24B149BDB}">
      <dsp:nvSpPr>
        <dsp:cNvPr id="0" name=""/>
        <dsp:cNvSpPr/>
      </dsp:nvSpPr>
      <dsp:spPr>
        <a:xfrm>
          <a:off x="3269345" y="2539688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Concept selection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" panose="020F0502020204030204"/>
              <a:ea typeface="+mn-ea"/>
              <a:cs typeface="+mn-cs"/>
            </a:rPr>
            <a:t>1 week</a:t>
          </a:r>
        </a:p>
      </dsp:txBody>
      <dsp:txXfrm>
        <a:off x="3298859" y="2569202"/>
        <a:ext cx="3618985" cy="545570"/>
      </dsp:txXfrm>
    </dsp:sp>
    <dsp:sp modelId="{566C239F-196D-A643-905F-F3C0EE71F98A}">
      <dsp:nvSpPr>
        <dsp:cNvPr id="0" name=""/>
        <dsp:cNvSpPr/>
      </dsp:nvSpPr>
      <dsp:spPr>
        <a:xfrm>
          <a:off x="3269345" y="3174516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/>
              <a:ea typeface="+mn-ea"/>
              <a:cs typeface="+mn-cs"/>
            </a:rPr>
            <a:t>Management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libri" panose="020F0502020204030204"/>
              <a:ea typeface="+mn-ea"/>
              <a:cs typeface="+mn-cs"/>
            </a:rPr>
            <a:t>1 </a:t>
          </a:r>
          <a:r>
            <a:rPr lang="en-US" sz="2000" b="1" kern="1200" dirty="0">
              <a:latin typeface="Calibri" panose="020F0502020204030204"/>
              <a:ea typeface="+mn-ea"/>
              <a:cs typeface="+mn-cs"/>
            </a:rPr>
            <a:t>week</a:t>
          </a:r>
        </a:p>
      </dsp:txBody>
      <dsp:txXfrm>
        <a:off x="3298859" y="3204030"/>
        <a:ext cx="3618985" cy="545570"/>
      </dsp:txXfrm>
    </dsp:sp>
    <dsp:sp modelId="{D75B93F1-7583-47B5-B36C-84B584C06875}">
      <dsp:nvSpPr>
        <dsp:cNvPr id="0" name=""/>
        <dsp:cNvSpPr/>
      </dsp:nvSpPr>
      <dsp:spPr>
        <a:xfrm>
          <a:off x="3269345" y="3809344"/>
          <a:ext cx="3678013" cy="604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libri" panose="020F0502020204030204"/>
              <a:ea typeface="+mn-ea"/>
              <a:cs typeface="+mn-cs"/>
            </a:rPr>
            <a:t>Final Report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libri" panose="020F0502020204030204"/>
              <a:ea typeface="+mn-ea"/>
              <a:cs typeface="+mn-cs"/>
            </a:rPr>
            <a:t>1 week</a:t>
          </a:r>
        </a:p>
      </dsp:txBody>
      <dsp:txXfrm>
        <a:off x="3298859" y="3838858"/>
        <a:ext cx="3618985" cy="545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64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7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7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2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8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6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8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7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8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051B-57C5-4AAE-90E5-4C4E9D428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995" y="1393887"/>
            <a:ext cx="10276646" cy="2035113"/>
          </a:xfrm>
        </p:spPr>
        <p:txBody>
          <a:bodyPr anchor="b">
            <a:normAutofit/>
          </a:bodyPr>
          <a:lstStyle/>
          <a:p>
            <a:pPr algn="l"/>
            <a:r>
              <a:rPr lang="en-US" sz="6000" b="1" dirty="0"/>
              <a:t>Product Design and manufacturing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41B25-F019-4D20-89E2-FCFD10C29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701" y="4580402"/>
            <a:ext cx="4652819" cy="1363198"/>
          </a:xfrm>
        </p:spPr>
        <p:txBody>
          <a:bodyPr>
            <a:normAutofit/>
          </a:bodyPr>
          <a:lstStyle/>
          <a:p>
            <a:r>
              <a:rPr lang="en-US" sz="2400" dirty="0"/>
              <a:t>Term-Project</a:t>
            </a:r>
          </a:p>
          <a:p>
            <a:r>
              <a:rPr lang="en-US" sz="2400" dirty="0"/>
              <a:t>Zero-screw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D9278-B6E8-43F3-9E3E-9D6FCD325DC0}"/>
              </a:ext>
            </a:extLst>
          </p:cNvPr>
          <p:cNvSpPr txBox="1"/>
          <p:nvPr/>
        </p:nvSpPr>
        <p:spPr>
          <a:xfrm>
            <a:off x="7528560" y="4580402"/>
            <a:ext cx="3484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Project Team:</a:t>
            </a:r>
          </a:p>
          <a:p>
            <a:endParaRPr lang="en-US" dirty="0"/>
          </a:p>
          <a:p>
            <a:r>
              <a:rPr lang="en-US" dirty="0"/>
              <a:t>Azzan Almamari</a:t>
            </a:r>
          </a:p>
          <a:p>
            <a:r>
              <a:rPr lang="en-US" dirty="0"/>
              <a:t>Abdulrahman Almansori</a:t>
            </a:r>
          </a:p>
          <a:p>
            <a:r>
              <a:rPr lang="en-US" dirty="0"/>
              <a:t>Mohammed Alshibli</a:t>
            </a:r>
          </a:p>
        </p:txBody>
      </p:sp>
    </p:spTree>
    <p:extLst>
      <p:ext uri="{BB962C8B-B14F-4D97-AF65-F5344CB8AC3E}">
        <p14:creationId xmlns:p14="http://schemas.microsoft.com/office/powerpoint/2010/main" val="1579745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92B8-06E5-4BEE-80D2-0D150690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553" y="-37788"/>
            <a:ext cx="9525963" cy="976251"/>
          </a:xfrm>
        </p:spPr>
        <p:txBody>
          <a:bodyPr/>
          <a:lstStyle/>
          <a:p>
            <a:r>
              <a:rPr lang="en-US" b="1" dirty="0"/>
              <a:t>Outline: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EA7532-36F5-44B8-1778-1D776DA89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673800"/>
              </p:ext>
            </p:extLst>
          </p:nvPr>
        </p:nvGraphicFramePr>
        <p:xfrm>
          <a:off x="1066800" y="16637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F950C3-E433-47EF-8E1A-6B96C9672C83}"/>
              </a:ext>
            </a:extLst>
          </p:cNvPr>
          <p:cNvSpPr/>
          <p:nvPr/>
        </p:nvSpPr>
        <p:spPr>
          <a:xfrm>
            <a:off x="1066800" y="5899289"/>
            <a:ext cx="10058399" cy="67416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DD74F3-81DB-4397-974D-55780F3241FB}"/>
              </a:ext>
            </a:extLst>
          </p:cNvPr>
          <p:cNvSpPr/>
          <p:nvPr/>
        </p:nvSpPr>
        <p:spPr>
          <a:xfrm>
            <a:off x="1066800" y="805250"/>
            <a:ext cx="10058399" cy="67416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121A0-2D4E-4566-B56C-43F109FA72D6}"/>
              </a:ext>
            </a:extLst>
          </p:cNvPr>
          <p:cNvSpPr txBox="1"/>
          <p:nvPr/>
        </p:nvSpPr>
        <p:spPr>
          <a:xfrm>
            <a:off x="1804737" y="949969"/>
            <a:ext cx="310414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44550">
              <a:spcBef>
                <a:spcPct val="0"/>
              </a:spcBef>
              <a:spcAft>
                <a:spcPct val="35000"/>
              </a:spcAft>
            </a:pPr>
            <a:r>
              <a:rPr lang="en-US" sz="19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Introduction</a:t>
            </a:r>
          </a:p>
        </p:txBody>
      </p:sp>
      <p:pic>
        <p:nvPicPr>
          <p:cNvPr id="8" name="Graphic 7" descr="Advertising with solid fill">
            <a:extLst>
              <a:ext uri="{FF2B5EF4-FFF2-40B4-BE49-F238E27FC236}">
                <a16:creationId xmlns:a16="http://schemas.microsoft.com/office/drawing/2014/main" id="{8BBAF02B-B60C-4B62-9DD3-AE94D300F2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608" y="855576"/>
            <a:ext cx="573505" cy="573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89E037-7B8F-4B01-A6FE-3F5457D6450C}"/>
              </a:ext>
            </a:extLst>
          </p:cNvPr>
          <p:cNvSpPr txBox="1"/>
          <p:nvPr/>
        </p:nvSpPr>
        <p:spPr>
          <a:xfrm>
            <a:off x="1804737" y="5956664"/>
            <a:ext cx="421105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44550">
              <a:spcBef>
                <a:spcPct val="0"/>
              </a:spcBef>
              <a:spcAft>
                <a:spcPct val="35000"/>
              </a:spcAft>
            </a:pPr>
            <a:r>
              <a:rPr lang="en-US" sz="19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Rockwell" panose="02060603020205020403"/>
              </a:rPr>
              <a:t>Conclusion</a:t>
            </a:r>
          </a:p>
        </p:txBody>
      </p:sp>
      <p:pic>
        <p:nvPicPr>
          <p:cNvPr id="11" name="Graphic 10" descr="Address Book with solid fill">
            <a:extLst>
              <a:ext uri="{FF2B5EF4-FFF2-40B4-BE49-F238E27FC236}">
                <a16:creationId xmlns:a16="http://schemas.microsoft.com/office/drawing/2014/main" id="{912F5124-54CD-4D7E-AFFC-EB0C3579E8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6608" y="5899289"/>
            <a:ext cx="661737" cy="66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9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FB09-E08A-417E-BD87-7E36983C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127" y="1728216"/>
            <a:ext cx="8847587" cy="1554615"/>
          </a:xfrm>
        </p:spPr>
      </p:pic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088" y="3665196"/>
            <a:ext cx="5935663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352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7BDE-9DB0-4818-8781-A845C675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 Identification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CC21BCFB-3159-437E-8A15-94DD8DC4E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900" y="2671492"/>
            <a:ext cx="2706143" cy="2706143"/>
          </a:xfrm>
          <a:prstGeom prst="rect">
            <a:avLst/>
          </a:prstGeom>
        </p:spPr>
      </p:pic>
      <p:pic>
        <p:nvPicPr>
          <p:cNvPr id="5" name="Picture 4" descr="A picture containing table, furniture, worktable&#10;&#10;Description automatically generated">
            <a:extLst>
              <a:ext uri="{FF2B5EF4-FFF2-40B4-BE49-F238E27FC236}">
                <a16:creationId xmlns:a16="http://schemas.microsoft.com/office/drawing/2014/main" id="{90F8E8FB-65FF-454B-9973-D8D0502330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15" y="2019032"/>
            <a:ext cx="4233379" cy="423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245C-4A15-4D59-8E65-E43C0BDE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 Identification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3EF3FE0-C42B-4D6F-8C07-A159161CA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890" y="2000584"/>
            <a:ext cx="5206275" cy="4051300"/>
          </a:xfrm>
        </p:spPr>
      </p:pic>
    </p:spTree>
    <p:extLst>
      <p:ext uri="{BB962C8B-B14F-4D97-AF65-F5344CB8AC3E}">
        <p14:creationId xmlns:p14="http://schemas.microsoft.com/office/powerpoint/2010/main" val="105305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A048-BA0B-47C2-B114-CC4CA1FA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 Identification</a:t>
            </a:r>
          </a:p>
        </p:txBody>
      </p:sp>
      <p:pic>
        <p:nvPicPr>
          <p:cNvPr id="4" name="Content Placeholder 3" descr="The interior of a car&#10;&#10;Description automatically generated with medium confidence">
            <a:extLst>
              <a:ext uri="{FF2B5EF4-FFF2-40B4-BE49-F238E27FC236}">
                <a16:creationId xmlns:a16="http://schemas.microsoft.com/office/drawing/2014/main" id="{F42B611E-B64F-428E-B245-9398EC6EC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812" y="2413677"/>
            <a:ext cx="4267570" cy="2888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631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Mission statement </a:t>
            </a:r>
            <a:br>
              <a:rPr lang="en-US" sz="2800" b="1" dirty="0">
                <a:solidFill>
                  <a:srgbClr val="FFFFFF"/>
                </a:solidFill>
              </a:rPr>
            </a:br>
            <a:endParaRPr lang="en-US" sz="2800" dirty="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CF61B0-E660-E843-9632-5A8FDB9C7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709782"/>
              </p:ext>
            </p:extLst>
          </p:nvPr>
        </p:nvGraphicFramePr>
        <p:xfrm>
          <a:off x="6081713" y="1150579"/>
          <a:ext cx="5141913" cy="46973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7050">
                  <a:extLst>
                    <a:ext uri="{9D8B030D-6E8A-4147-A177-3AD203B41FA5}">
                      <a16:colId xmlns:a16="http://schemas.microsoft.com/office/drawing/2014/main" val="3199833837"/>
                    </a:ext>
                  </a:extLst>
                </a:gridCol>
                <a:gridCol w="3094863">
                  <a:extLst>
                    <a:ext uri="{9D8B030D-6E8A-4147-A177-3AD203B41FA5}">
                      <a16:colId xmlns:a16="http://schemas.microsoft.com/office/drawing/2014/main" val="3863741008"/>
                    </a:ext>
                  </a:extLst>
                </a:gridCol>
              </a:tblGrid>
              <a:tr h="61839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Mission statement: Portable Car Table</a:t>
                      </a:r>
                      <a:endParaRPr lang="en-GB" sz="13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314376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Product Description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A Portable Foldable car table with a picnic function.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extLst>
                  <a:ext uri="{0D108BD9-81ED-4DB2-BD59-A6C34878D82A}">
                    <a16:rowId xmlns:a16="http://schemas.microsoft.com/office/drawing/2014/main" val="485077570"/>
                  </a:ext>
                </a:extLst>
              </a:tr>
              <a:tr h="9166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Benefit proposition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Ease in dining in the car.</a:t>
                      </a:r>
                      <a:endParaRPr lang="en-GB" sz="13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2 in 1 table. (Dinning in the car and outside)</a:t>
                      </a:r>
                      <a:endParaRPr lang="en-GB" sz="13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Work comfortably in the car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extLst>
                  <a:ext uri="{0D108BD9-81ED-4DB2-BD59-A6C34878D82A}">
                    <a16:rowId xmlns:a16="http://schemas.microsoft.com/office/drawing/2014/main" val="894635749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Primary Market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Every Car owner who wishes to dine with ease in the car. 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extLst>
                  <a:ext uri="{0D108BD9-81ED-4DB2-BD59-A6C34878D82A}">
                    <a16:rowId xmlns:a16="http://schemas.microsoft.com/office/drawing/2014/main" val="2800756696"/>
                  </a:ext>
                </a:extLst>
              </a:tr>
              <a:tr h="4705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Secondary Market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Adventurers, hikers, and picnic lovers.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extLst>
                  <a:ext uri="{0D108BD9-81ED-4DB2-BD59-A6C34878D82A}">
                    <a16:rowId xmlns:a16="http://schemas.microsoft.com/office/drawing/2014/main" val="1007823614"/>
                  </a:ext>
                </a:extLst>
              </a:tr>
              <a:tr h="6935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Assumptions and Constraints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Easy to install and remove.</a:t>
                      </a:r>
                      <a:endParaRPr lang="en-GB" sz="13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Good surface texture.</a:t>
                      </a:r>
                      <a:endParaRPr lang="en-GB" sz="13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>
                          <a:effectLst/>
                        </a:rPr>
                        <a:t>Lightweight and small size.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extLst>
                  <a:ext uri="{0D108BD9-81ED-4DB2-BD59-A6C34878D82A}">
                    <a16:rowId xmlns:a16="http://schemas.microsoft.com/office/drawing/2014/main" val="1893136190"/>
                  </a:ext>
                </a:extLst>
              </a:tr>
              <a:tr h="9166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Stakeholders</a:t>
                      </a:r>
                      <a:endParaRPr lang="en-GB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</a:rPr>
                        <a:t>User</a:t>
                      </a:r>
                      <a:endParaRPr lang="en-GB" sz="13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</a:rPr>
                        <a:t>Production</a:t>
                      </a:r>
                      <a:endParaRPr lang="en-GB" sz="13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</a:rPr>
                        <a:t>Management</a:t>
                      </a:r>
                      <a:endParaRPr lang="en-GB" sz="13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>
                          <a:effectLst/>
                        </a:rPr>
                        <a:t>Salesforce.</a:t>
                      </a:r>
                      <a:endParaRPr lang="en-GB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420" marR="73420" marT="0" marB="0"/>
                </a:tc>
                <a:extLst>
                  <a:ext uri="{0D108BD9-81ED-4DB2-BD59-A6C34878D82A}">
                    <a16:rowId xmlns:a16="http://schemas.microsoft.com/office/drawing/2014/main" val="3049167713"/>
                  </a:ext>
                </a:extLst>
              </a:tr>
            </a:tbl>
          </a:graphicData>
        </a:graphic>
      </p:graphicFrame>
      <p:sp>
        <p:nvSpPr>
          <p:cNvPr id="24" name="Title 1">
            <a:extLst>
              <a:ext uri="{FF2B5EF4-FFF2-40B4-BE49-F238E27FC236}">
                <a16:creationId xmlns:a16="http://schemas.microsoft.com/office/drawing/2014/main" id="{E431A4C7-24B4-FF4D-9503-09D59A2DF9E7}"/>
              </a:ext>
            </a:extLst>
          </p:cNvPr>
          <p:cNvSpPr txBox="1">
            <a:spLocks/>
          </p:cNvSpPr>
          <p:nvPr/>
        </p:nvSpPr>
        <p:spPr>
          <a:xfrm>
            <a:off x="697366" y="255323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Project Description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3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45157"/>
          </a:xfrm>
        </p:spPr>
        <p:txBody>
          <a:bodyPr>
            <a:normAutofit/>
          </a:bodyPr>
          <a:lstStyle/>
          <a:p>
            <a:r>
              <a:rPr lang="en-US" dirty="0"/>
              <a:t>Customer needs: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98FF45B-5202-C6DD-5003-0C8786DC3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119499"/>
              </p:ext>
            </p:extLst>
          </p:nvPr>
        </p:nvGraphicFramePr>
        <p:xfrm>
          <a:off x="1069848" y="1729048"/>
          <a:ext cx="10058400" cy="4443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513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95033"/>
          </a:xfrm>
        </p:spPr>
        <p:txBody>
          <a:bodyPr>
            <a:normAutofit/>
          </a:bodyPr>
          <a:lstStyle/>
          <a:p>
            <a:r>
              <a:rPr lang="en-US" dirty="0"/>
              <a:t>Target specifications: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F62DC8E-35A3-F70A-6AC0-63C00EF29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071335"/>
              </p:ext>
            </p:extLst>
          </p:nvPr>
        </p:nvGraphicFramePr>
        <p:xfrm>
          <a:off x="1066800" y="1866999"/>
          <a:ext cx="10058400" cy="3728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389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Sources of information through concept generation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C510D5-8999-61F7-9201-BE987F1BD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672792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895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299258"/>
            <a:ext cx="10058400" cy="1197033"/>
          </a:xfrm>
        </p:spPr>
        <p:txBody>
          <a:bodyPr>
            <a:normAutofit/>
          </a:bodyPr>
          <a:lstStyle/>
          <a:p>
            <a:r>
              <a:rPr lang="en-US" dirty="0"/>
              <a:t>Patent Search:</a:t>
            </a:r>
          </a:p>
        </p:txBody>
      </p:sp>
      <p:pic>
        <p:nvPicPr>
          <p:cNvPr id="6" name="Content Placeholder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E490363B-FE0F-204B-B7DE-DFFB5B8AA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151" y="1490198"/>
            <a:ext cx="2328107" cy="17902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969435-9DC1-8749-8821-AAA450B9F0BD}"/>
              </a:ext>
            </a:extLst>
          </p:cNvPr>
          <p:cNvSpPr/>
          <p:nvPr/>
        </p:nvSpPr>
        <p:spPr>
          <a:xfrm>
            <a:off x="2689607" y="3426551"/>
            <a:ext cx="1916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libri" panose="020F0502020204030204" pitchFamily="34" charset="0"/>
              </a:rPr>
              <a:t>Car Snack table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65D7AA84-6B35-4C44-A078-01F95DA496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779" y="3994715"/>
            <a:ext cx="2214854" cy="19454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94457A-D0E1-0344-860E-BAE86A904C47}"/>
              </a:ext>
            </a:extLst>
          </p:cNvPr>
          <p:cNvSpPr/>
          <p:nvPr/>
        </p:nvSpPr>
        <p:spPr>
          <a:xfrm>
            <a:off x="8213443" y="6109641"/>
            <a:ext cx="1821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libri" panose="020F0502020204030204" pitchFamily="34" charset="0"/>
              </a:rPr>
              <a:t>Car seat tables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10" name="Picture 9" descr="Diagram, engineering drawing&#10;&#10;Description automatically generated">
            <a:extLst>
              <a:ext uri="{FF2B5EF4-FFF2-40B4-BE49-F238E27FC236}">
                <a16:creationId xmlns:a16="http://schemas.microsoft.com/office/drawing/2014/main" id="{BA122F5B-F647-A242-8F74-B5AEC9C45F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306" y="1182169"/>
            <a:ext cx="2296795" cy="21374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D815181-12D1-9748-8F53-1458AF2BCDFA}"/>
              </a:ext>
            </a:extLst>
          </p:cNvPr>
          <p:cNvSpPr/>
          <p:nvPr/>
        </p:nvSpPr>
        <p:spPr>
          <a:xfrm>
            <a:off x="7605809" y="3426551"/>
            <a:ext cx="3036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libri" panose="020F0502020204030204" pitchFamily="34" charset="0"/>
              </a:rPr>
              <a:t>Detachable car seat tables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89525C19-B104-2F47-BF9F-8CBB0C45E6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7" r="8137"/>
          <a:stretch/>
        </p:blipFill>
        <p:spPr bwMode="auto">
          <a:xfrm>
            <a:off x="2433807" y="3994715"/>
            <a:ext cx="2921000" cy="19354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FAF65C-E86B-454C-B76E-482A63BFBCB8}"/>
              </a:ext>
            </a:extLst>
          </p:cNvPr>
          <p:cNvSpPr/>
          <p:nvPr/>
        </p:nvSpPr>
        <p:spPr>
          <a:xfrm>
            <a:off x="2586859" y="6109641"/>
            <a:ext cx="2376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libri" panose="020F0502020204030204" pitchFamily="34" charset="0"/>
              </a:rPr>
              <a:t>Adjustable car table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89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299257"/>
            <a:ext cx="10058400" cy="665019"/>
          </a:xfrm>
        </p:spPr>
        <p:txBody>
          <a:bodyPr>
            <a:noAutofit/>
          </a:bodyPr>
          <a:lstStyle/>
          <a:p>
            <a:r>
              <a:rPr lang="en-US" dirty="0"/>
              <a:t>Concepts generated: 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7EC22BC-6E4E-4EB9-9709-83FFF24FA7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73" y="1768640"/>
            <a:ext cx="3479163" cy="2158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46B24321-1F44-4158-A5AD-9B999D5C8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766" y="1768640"/>
            <a:ext cx="2859927" cy="2158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4CE70A89-37F2-40B3-AE7C-D87B4A1CE1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760" y="1768640"/>
            <a:ext cx="2299703" cy="2158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79C63F49-3CB8-4108-9281-327D678A3C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672" y="4393535"/>
            <a:ext cx="2859927" cy="2165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6137701E-7421-4ABB-BDA1-237C916EA6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729" y="4393535"/>
            <a:ext cx="4293870" cy="2164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688CB3-01A6-47EC-A9A1-56D3ACC51951}"/>
              </a:ext>
            </a:extLst>
          </p:cNvPr>
          <p:cNvSpPr txBox="1"/>
          <p:nvPr/>
        </p:nvSpPr>
        <p:spPr>
          <a:xfrm>
            <a:off x="1604210" y="397587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5260B-DF3C-4BCD-84D7-B78E575A6688}"/>
              </a:ext>
            </a:extLst>
          </p:cNvPr>
          <p:cNvSpPr txBox="1"/>
          <p:nvPr/>
        </p:nvSpPr>
        <p:spPr>
          <a:xfrm>
            <a:off x="8186664" y="650232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B1B501-11B9-40AF-8B8C-ECC1AD604889}"/>
              </a:ext>
            </a:extLst>
          </p:cNvPr>
          <p:cNvSpPr txBox="1"/>
          <p:nvPr/>
        </p:nvSpPr>
        <p:spPr>
          <a:xfrm>
            <a:off x="5866444" y="39169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99241D-1B3A-47BA-BA8F-B022CE071CC6}"/>
              </a:ext>
            </a:extLst>
          </p:cNvPr>
          <p:cNvSpPr txBox="1"/>
          <p:nvPr/>
        </p:nvSpPr>
        <p:spPr>
          <a:xfrm>
            <a:off x="3646350" y="647704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9CFD30-B730-4700-8D7F-DEA9828E9CC2}"/>
              </a:ext>
            </a:extLst>
          </p:cNvPr>
          <p:cNvSpPr txBox="1"/>
          <p:nvPr/>
        </p:nvSpPr>
        <p:spPr>
          <a:xfrm>
            <a:off x="9694611" y="385012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0375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 screening: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C1C6735-2EF1-FA4D-B718-16EA14A0D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628922"/>
              </p:ext>
            </p:extLst>
          </p:nvPr>
        </p:nvGraphicFramePr>
        <p:xfrm>
          <a:off x="2239617" y="2093976"/>
          <a:ext cx="7712765" cy="36122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1285">
                  <a:extLst>
                    <a:ext uri="{9D8B030D-6E8A-4147-A177-3AD203B41FA5}">
                      <a16:colId xmlns:a16="http://schemas.microsoft.com/office/drawing/2014/main" val="1464390467"/>
                    </a:ext>
                  </a:extLst>
                </a:gridCol>
                <a:gridCol w="1062090">
                  <a:extLst>
                    <a:ext uri="{9D8B030D-6E8A-4147-A177-3AD203B41FA5}">
                      <a16:colId xmlns:a16="http://schemas.microsoft.com/office/drawing/2014/main" val="333137034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2168979039"/>
                    </a:ext>
                  </a:extLst>
                </a:gridCol>
                <a:gridCol w="940905">
                  <a:extLst>
                    <a:ext uri="{9D8B030D-6E8A-4147-A177-3AD203B41FA5}">
                      <a16:colId xmlns:a16="http://schemas.microsoft.com/office/drawing/2014/main" val="342052899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2204055"/>
                    </a:ext>
                  </a:extLst>
                </a:gridCol>
                <a:gridCol w="980659">
                  <a:extLst>
                    <a:ext uri="{9D8B030D-6E8A-4147-A177-3AD203B41FA5}">
                      <a16:colId xmlns:a16="http://schemas.microsoft.com/office/drawing/2014/main" val="2120400808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   B (Reference)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783123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Cheap sell price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8633517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Light Weight.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92381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Large surface area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21098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smooth surface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42635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good grip surface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098523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Assemble/disassemble time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194873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Durability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379228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sum of +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42627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sum of 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99834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sum of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036689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rank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3816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614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4B2E2E-009F-3143-9B40-D3F7EC791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51098"/>
              </p:ext>
            </p:extLst>
          </p:nvPr>
        </p:nvGraphicFramePr>
        <p:xfrm>
          <a:off x="2252868" y="1709530"/>
          <a:ext cx="7500733" cy="43446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4085">
                  <a:extLst>
                    <a:ext uri="{9D8B030D-6E8A-4147-A177-3AD203B41FA5}">
                      <a16:colId xmlns:a16="http://schemas.microsoft.com/office/drawing/2014/main" val="1454602672"/>
                    </a:ext>
                  </a:extLst>
                </a:gridCol>
                <a:gridCol w="885849">
                  <a:extLst>
                    <a:ext uri="{9D8B030D-6E8A-4147-A177-3AD203B41FA5}">
                      <a16:colId xmlns:a16="http://schemas.microsoft.com/office/drawing/2014/main" val="2470612668"/>
                    </a:ext>
                  </a:extLst>
                </a:gridCol>
                <a:gridCol w="628242">
                  <a:extLst>
                    <a:ext uri="{9D8B030D-6E8A-4147-A177-3AD203B41FA5}">
                      <a16:colId xmlns:a16="http://schemas.microsoft.com/office/drawing/2014/main" val="639143800"/>
                    </a:ext>
                  </a:extLst>
                </a:gridCol>
                <a:gridCol w="862364">
                  <a:extLst>
                    <a:ext uri="{9D8B030D-6E8A-4147-A177-3AD203B41FA5}">
                      <a16:colId xmlns:a16="http://schemas.microsoft.com/office/drawing/2014/main" val="3653703085"/>
                    </a:ext>
                  </a:extLst>
                </a:gridCol>
                <a:gridCol w="628242">
                  <a:extLst>
                    <a:ext uri="{9D8B030D-6E8A-4147-A177-3AD203B41FA5}">
                      <a16:colId xmlns:a16="http://schemas.microsoft.com/office/drawing/2014/main" val="581702991"/>
                    </a:ext>
                  </a:extLst>
                </a:gridCol>
                <a:gridCol w="1019424">
                  <a:extLst>
                    <a:ext uri="{9D8B030D-6E8A-4147-A177-3AD203B41FA5}">
                      <a16:colId xmlns:a16="http://schemas.microsoft.com/office/drawing/2014/main" val="1889486423"/>
                    </a:ext>
                  </a:extLst>
                </a:gridCol>
                <a:gridCol w="642920">
                  <a:extLst>
                    <a:ext uri="{9D8B030D-6E8A-4147-A177-3AD203B41FA5}">
                      <a16:colId xmlns:a16="http://schemas.microsoft.com/office/drawing/2014/main" val="3506866012"/>
                    </a:ext>
                  </a:extLst>
                </a:gridCol>
                <a:gridCol w="1079607">
                  <a:extLst>
                    <a:ext uri="{9D8B030D-6E8A-4147-A177-3AD203B41FA5}">
                      <a16:colId xmlns:a16="http://schemas.microsoft.com/office/drawing/2014/main" val="3759619915"/>
                    </a:ext>
                  </a:extLst>
                </a:gridCol>
              </a:tblGrid>
              <a:tr h="568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C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321871"/>
                  </a:ext>
                </a:extLst>
              </a:tr>
              <a:tr h="8448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weight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Rating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    Weighted score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Rating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Weighted score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Rating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Weighted score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1851767132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Cheap sell price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20%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0.6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0.6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0.6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99110604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Light Weight.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10%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0.2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1676008488"/>
                  </a:ext>
                </a:extLst>
              </a:tr>
              <a:tr h="5528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Large surface area area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30%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0.6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1.5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1.2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3663588947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smooth surface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5%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0.15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0.15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680783288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good grip surface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10%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2816348319"/>
                  </a:ext>
                </a:extLst>
              </a:tr>
              <a:tr h="5528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Assemble/disassemble time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10%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0.4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3631829702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Durability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15%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0.45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0.15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extLst>
                  <a:ext uri="{0D108BD9-81ED-4DB2-BD59-A6C34878D82A}">
                    <a16:rowId xmlns:a16="http://schemas.microsoft.com/office/drawing/2014/main" val="2104179891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Total score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2.15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3.6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2.9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547233"/>
                  </a:ext>
                </a:extLst>
              </a:tr>
              <a:tr h="2607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rank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883" marR="5288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2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511" marR="70511" marT="35255" marB="3525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8146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87B3EF9-522A-BC43-AA10-71DCD1BA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1867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concept scoring: </a:t>
            </a:r>
          </a:p>
        </p:txBody>
      </p:sp>
    </p:spTree>
    <p:extLst>
      <p:ext uri="{BB962C8B-B14F-4D97-AF65-F5344CB8AC3E}">
        <p14:creationId xmlns:p14="http://schemas.microsoft.com/office/powerpoint/2010/main" val="57160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66D6756-867F-4D74-BB2B-3775A96C55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552" y="1602210"/>
            <a:ext cx="5190222" cy="3929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A4B583-F9DD-4099-AD5E-B0C061C547F8}"/>
              </a:ext>
            </a:extLst>
          </p:cNvPr>
          <p:cNvSpPr txBox="1"/>
          <p:nvPr/>
        </p:nvSpPr>
        <p:spPr>
          <a:xfrm>
            <a:off x="509035" y="553452"/>
            <a:ext cx="38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Best Concept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225F3-D24B-4355-9E82-3DB2BF331773}"/>
              </a:ext>
            </a:extLst>
          </p:cNvPr>
          <p:cNvSpPr txBox="1"/>
          <p:nvPr/>
        </p:nvSpPr>
        <p:spPr>
          <a:xfrm>
            <a:off x="5614681" y="562630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686706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9075A-6F37-4E2A-972E-D0153FF8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ctr"/>
            <a:r>
              <a:rPr lang="en-US" sz="3700" b="1" dirty="0">
                <a:solidFill>
                  <a:srgbClr val="FFFFFF"/>
                </a:solidFill>
              </a:rPr>
              <a:t>Management of projects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Graphic 8" descr="Artificial Intelligence with solid fill">
            <a:extLst>
              <a:ext uri="{FF2B5EF4-FFF2-40B4-BE49-F238E27FC236}">
                <a16:creationId xmlns:a16="http://schemas.microsoft.com/office/drawing/2014/main" id="{97BABCC6-A413-4CD7-83F3-198ECDA02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168" y="1720514"/>
            <a:ext cx="3056021" cy="30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99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1B78-76F5-44D2-B42A-80F2B3F0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Project: Duration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87D03D-78EC-4D89-B834-76CDD8488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1602083"/>
              </p:ext>
            </p:extLst>
          </p:nvPr>
        </p:nvGraphicFramePr>
        <p:xfrm>
          <a:off x="1774943" y="1657350"/>
          <a:ext cx="8317747" cy="4482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5902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67B1-2598-4B64-8655-0D5BE2A5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Project: Execution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B96402-6A15-4187-85A7-D5231738C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535404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9997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1F96-0950-49F9-92B9-49E24F8F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Project: Evaluation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F0147A72-FF0B-7B52-C507-0EA81F837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998375"/>
              </p:ext>
            </p:extLst>
          </p:nvPr>
        </p:nvGraphicFramePr>
        <p:xfrm>
          <a:off x="1069975" y="2120900"/>
          <a:ext cx="10058400" cy="405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8523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3E7F-B750-4B22-A238-4D6FF6D8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DFM (Design for Manufacturing)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AEE1BB-4573-4D84-B849-1EE5E85E1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816100"/>
            <a:ext cx="10058400" cy="4051300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r>
              <a:rPr lang="en-US" dirty="0"/>
              <a:t>The design has less number of parts.</a:t>
            </a:r>
          </a:p>
          <a:p>
            <a:r>
              <a:rPr lang="en-US" dirty="0"/>
              <a:t>The material will be used are wood, plastic</a:t>
            </a:r>
            <a:r>
              <a:rPr lang="en-GB" dirty="0"/>
              <a:t> and </a:t>
            </a:r>
            <a:r>
              <a:rPr lang="en-US" dirty="0"/>
              <a:t>aluminum. </a:t>
            </a:r>
          </a:p>
          <a:p>
            <a:r>
              <a:rPr lang="en-US" dirty="0"/>
              <a:t>Appropriate assembly operations are mechanical and welding assembly.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23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409B-1A38-4A4E-876B-71F153CB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time: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B63609-C587-45C9-B32C-792605BD3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432073"/>
              </p:ext>
            </p:extLst>
          </p:nvPr>
        </p:nvGraphicFramePr>
        <p:xfrm>
          <a:off x="1066800" y="1959048"/>
          <a:ext cx="10216705" cy="4414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E97D31-AE0D-450E-9D6C-BA295811290E}"/>
              </a:ext>
            </a:extLst>
          </p:cNvPr>
          <p:cNvSpPr txBox="1"/>
          <p:nvPr/>
        </p:nvSpPr>
        <p:spPr>
          <a:xfrm>
            <a:off x="1115568" y="1497383"/>
            <a:ext cx="3178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Process Critical Path</a:t>
            </a:r>
          </a:p>
        </p:txBody>
      </p:sp>
    </p:spTree>
    <p:extLst>
      <p:ext uri="{BB962C8B-B14F-4D97-AF65-F5344CB8AC3E}">
        <p14:creationId xmlns:p14="http://schemas.microsoft.com/office/powerpoint/2010/main" val="119290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2A71-6336-44FD-9FDF-FE5417C7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Management of Projects</a:t>
            </a:r>
            <a:r>
              <a:rPr lang="en-GB" b="1" dirty="0"/>
              <a:t>:</a:t>
            </a:r>
            <a:br>
              <a:rPr lang="en-GB" b="1" dirty="0"/>
            </a:br>
            <a:r>
              <a:rPr lang="en-US" sz="2400" dirty="0"/>
              <a:t>PERT chart</a:t>
            </a:r>
            <a:r>
              <a:rPr lang="en-GB" sz="2400" dirty="0"/>
              <a:t> 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4BADC1-CDE9-204A-8668-0896E69FCEC8}"/>
              </a:ext>
            </a:extLst>
          </p:cNvPr>
          <p:cNvGrpSpPr/>
          <p:nvPr/>
        </p:nvGrpSpPr>
        <p:grpSpPr>
          <a:xfrm>
            <a:off x="3710816" y="1524000"/>
            <a:ext cx="4770367" cy="5174974"/>
            <a:chOff x="0" y="0"/>
            <a:chExt cx="5548543" cy="63746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B0A07E0-FBBA-814C-9456-F6893944F3FC}"/>
                </a:ext>
              </a:extLst>
            </p:cNvPr>
            <p:cNvGrpSpPr/>
            <p:nvPr/>
          </p:nvGrpSpPr>
          <p:grpSpPr>
            <a:xfrm>
              <a:off x="1287262" y="0"/>
              <a:ext cx="1028700" cy="609600"/>
              <a:chOff x="0" y="0"/>
              <a:chExt cx="1028700" cy="6096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B4488D6D-33BA-B946-B64F-13DA5823AA04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65" name="Text Box 2">
                <a:extLst>
                  <a:ext uri="{FF2B5EF4-FFF2-40B4-BE49-F238E27FC236}">
                    <a16:creationId xmlns:a16="http://schemas.microsoft.com/office/drawing/2014/main" id="{69F0C835-E6EC-E548-89EF-8A2A1C5EFC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AD7CF55-3C73-3E41-81EC-C0295B3A4CB4}"/>
                </a:ext>
              </a:extLst>
            </p:cNvPr>
            <p:cNvCxnSpPr/>
            <p:nvPr/>
          </p:nvCxnSpPr>
          <p:spPr>
            <a:xfrm flipH="1">
              <a:off x="1764251" y="621437"/>
              <a:ext cx="45719" cy="33528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0E7062-F0D2-8546-9A15-F0F1F2853FA7}"/>
                </a:ext>
              </a:extLst>
            </p:cNvPr>
            <p:cNvGrpSpPr/>
            <p:nvPr/>
          </p:nvGrpSpPr>
          <p:grpSpPr>
            <a:xfrm>
              <a:off x="1251751" y="941033"/>
              <a:ext cx="1028700" cy="609600"/>
              <a:chOff x="0" y="0"/>
              <a:chExt cx="1028700" cy="60960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F0B64-33A1-024F-862F-C1415BDB51C9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63" name="Text Box 2">
                <a:extLst>
                  <a:ext uri="{FF2B5EF4-FFF2-40B4-BE49-F238E27FC236}">
                    <a16:creationId xmlns:a16="http://schemas.microsoft.com/office/drawing/2014/main" id="{C0D3DCCC-E300-E042-9EDD-B6BDEC90C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A936073-D3E1-8B4C-8F06-BB9262CE2178}"/>
                </a:ext>
              </a:extLst>
            </p:cNvPr>
            <p:cNvGrpSpPr/>
            <p:nvPr/>
          </p:nvGrpSpPr>
          <p:grpSpPr>
            <a:xfrm>
              <a:off x="1305017" y="1953087"/>
              <a:ext cx="1028700" cy="609600"/>
              <a:chOff x="0" y="0"/>
              <a:chExt cx="1028700" cy="60960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794656F-0C29-4E4A-8D1C-F6B24B9B0A99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61" name="Text Box 2">
                <a:extLst>
                  <a:ext uri="{FF2B5EF4-FFF2-40B4-BE49-F238E27FC236}">
                    <a16:creationId xmlns:a16="http://schemas.microsoft.com/office/drawing/2014/main" id="{6A17B06F-22DD-4140-BED5-990260406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4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16B6626-A550-B94E-A736-8767CDDED596}"/>
                </a:ext>
              </a:extLst>
            </p:cNvPr>
            <p:cNvGrpSpPr/>
            <p:nvPr/>
          </p:nvGrpSpPr>
          <p:grpSpPr>
            <a:xfrm>
              <a:off x="230819" y="1553592"/>
              <a:ext cx="1028700" cy="609600"/>
              <a:chOff x="0" y="0"/>
              <a:chExt cx="1028700" cy="60960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B03BC42-4DA3-8746-9CE5-B99F09D6AB2F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9" name="Text Box 2">
                <a:extLst>
                  <a:ext uri="{FF2B5EF4-FFF2-40B4-BE49-F238E27FC236}">
                    <a16:creationId xmlns:a16="http://schemas.microsoft.com/office/drawing/2014/main" id="{60BC5F93-F854-5045-842D-23F32E5FF7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3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EEC8C7-3063-8542-BDEF-551A48B5A583}"/>
                </a:ext>
              </a:extLst>
            </p:cNvPr>
            <p:cNvCxnSpPr/>
            <p:nvPr/>
          </p:nvCxnSpPr>
          <p:spPr>
            <a:xfrm flipH="1">
              <a:off x="1076787" y="1474988"/>
              <a:ext cx="274320" cy="1524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E0C8289-822D-B04A-9EC5-5F5C7A5CC7E1}"/>
                </a:ext>
              </a:extLst>
            </p:cNvPr>
            <p:cNvCxnSpPr/>
            <p:nvPr/>
          </p:nvCxnSpPr>
          <p:spPr>
            <a:xfrm>
              <a:off x="1075492" y="2087547"/>
              <a:ext cx="224790" cy="16383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22322DA-0C22-274D-9977-9FA614267A19}"/>
                </a:ext>
              </a:extLst>
            </p:cNvPr>
            <p:cNvCxnSpPr/>
            <p:nvPr/>
          </p:nvCxnSpPr>
          <p:spPr>
            <a:xfrm>
              <a:off x="2176323" y="2487042"/>
              <a:ext cx="281940" cy="3009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FF80747-6114-D542-823F-CBD88E7D3BBB}"/>
                </a:ext>
              </a:extLst>
            </p:cNvPr>
            <p:cNvCxnSpPr/>
            <p:nvPr/>
          </p:nvCxnSpPr>
          <p:spPr>
            <a:xfrm flipH="1">
              <a:off x="1183319" y="2495920"/>
              <a:ext cx="243840" cy="35433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D17A6C-66ED-E441-97B6-E57E7467DBB7}"/>
                </a:ext>
              </a:extLst>
            </p:cNvPr>
            <p:cNvGrpSpPr/>
            <p:nvPr/>
          </p:nvGrpSpPr>
          <p:grpSpPr>
            <a:xfrm>
              <a:off x="1979720" y="2796466"/>
              <a:ext cx="1028700" cy="609600"/>
              <a:chOff x="0" y="0"/>
              <a:chExt cx="1028700" cy="6096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9998FFE-59F1-6142-B92B-10947F2D9B58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7" name="Text Box 2">
                <a:extLst>
                  <a:ext uri="{FF2B5EF4-FFF2-40B4-BE49-F238E27FC236}">
                    <a16:creationId xmlns:a16="http://schemas.microsoft.com/office/drawing/2014/main" id="{FFD32C7B-C4E6-CE49-8B84-467A21A401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6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04147F5-039E-D741-B4A0-B5DC5CC762B9}"/>
                </a:ext>
              </a:extLst>
            </p:cNvPr>
            <p:cNvGrpSpPr/>
            <p:nvPr/>
          </p:nvGrpSpPr>
          <p:grpSpPr>
            <a:xfrm>
              <a:off x="683580" y="2849732"/>
              <a:ext cx="1028700" cy="609600"/>
              <a:chOff x="0" y="0"/>
              <a:chExt cx="1028700" cy="60960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12ED327-3505-E94F-8F30-AB1F3E3921D5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5" name="Text Box 2">
                <a:extLst>
                  <a:ext uri="{FF2B5EF4-FFF2-40B4-BE49-F238E27FC236}">
                    <a16:creationId xmlns:a16="http://schemas.microsoft.com/office/drawing/2014/main" id="{8E25598B-1623-FD4E-AAB8-CD10F00678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5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E673049-42BB-E049-9FCC-DBAB20755BE4}"/>
                </a:ext>
              </a:extLst>
            </p:cNvPr>
            <p:cNvCxnSpPr/>
            <p:nvPr/>
          </p:nvCxnSpPr>
          <p:spPr>
            <a:xfrm>
              <a:off x="1235290" y="3472464"/>
              <a:ext cx="186690" cy="24003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7C5620F-E5AE-954A-924A-585E776A43F4}"/>
                </a:ext>
              </a:extLst>
            </p:cNvPr>
            <p:cNvCxnSpPr/>
            <p:nvPr/>
          </p:nvCxnSpPr>
          <p:spPr>
            <a:xfrm flipH="1">
              <a:off x="2364049" y="3401442"/>
              <a:ext cx="148590" cy="32385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E8F836-7B30-7D4A-BA2C-84B82B1D6BDB}"/>
                </a:ext>
              </a:extLst>
            </p:cNvPr>
            <p:cNvGrpSpPr/>
            <p:nvPr/>
          </p:nvGrpSpPr>
          <p:grpSpPr>
            <a:xfrm>
              <a:off x="1376038" y="3524435"/>
              <a:ext cx="1028700" cy="609600"/>
              <a:chOff x="0" y="0"/>
              <a:chExt cx="1028700" cy="6096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5E865F2-A2E7-8148-AE9F-ECD6966337B4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3" name="Text Box 2">
                <a:extLst>
                  <a:ext uri="{FF2B5EF4-FFF2-40B4-BE49-F238E27FC236}">
                    <a16:creationId xmlns:a16="http://schemas.microsoft.com/office/drawing/2014/main" id="{64C81F9B-417B-E049-B244-BAE8042C5E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7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E43BB6C-0BC7-FB4C-B0AC-F04DDFFAA13D}"/>
                </a:ext>
              </a:extLst>
            </p:cNvPr>
            <p:cNvCxnSpPr/>
            <p:nvPr/>
          </p:nvCxnSpPr>
          <p:spPr>
            <a:xfrm>
              <a:off x="2423603" y="3840332"/>
              <a:ext cx="762000" cy="45719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CB4EBAC-3DAD-F14E-BB75-52714FAF494B}"/>
                </a:ext>
              </a:extLst>
            </p:cNvPr>
            <p:cNvGrpSpPr/>
            <p:nvPr/>
          </p:nvGrpSpPr>
          <p:grpSpPr>
            <a:xfrm>
              <a:off x="3187083" y="3595456"/>
              <a:ext cx="1028700" cy="609600"/>
              <a:chOff x="0" y="0"/>
              <a:chExt cx="1028700" cy="60960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D057A00-ED13-C947-85E6-6AD5A4D11145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1" name="Text Box 2">
                <a:extLst>
                  <a:ext uri="{FF2B5EF4-FFF2-40B4-BE49-F238E27FC236}">
                    <a16:creationId xmlns:a16="http://schemas.microsoft.com/office/drawing/2014/main" id="{4980AB9C-BC1F-7C41-AD45-37FBEC4D75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8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DC463A0-2230-F046-9676-A216D15797A9}"/>
                </a:ext>
              </a:extLst>
            </p:cNvPr>
            <p:cNvCxnSpPr/>
            <p:nvPr/>
          </p:nvCxnSpPr>
          <p:spPr>
            <a:xfrm>
              <a:off x="4102778" y="4085023"/>
              <a:ext cx="285750" cy="40005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7A64932-BA34-4F46-855E-8ADAD24FFB04}"/>
                </a:ext>
              </a:extLst>
            </p:cNvPr>
            <p:cNvCxnSpPr/>
            <p:nvPr/>
          </p:nvCxnSpPr>
          <p:spPr>
            <a:xfrm flipH="1">
              <a:off x="3610807" y="4216893"/>
              <a:ext cx="45719" cy="41148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5441185-C770-A247-983C-36492C815A01}"/>
                </a:ext>
              </a:extLst>
            </p:cNvPr>
            <p:cNvCxnSpPr/>
            <p:nvPr/>
          </p:nvCxnSpPr>
          <p:spPr>
            <a:xfrm flipH="1">
              <a:off x="3012119" y="4058390"/>
              <a:ext cx="247650" cy="50673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5E08FD0-F73F-BF49-9580-198A0421B128}"/>
                </a:ext>
              </a:extLst>
            </p:cNvPr>
            <p:cNvGrpSpPr/>
            <p:nvPr/>
          </p:nvGrpSpPr>
          <p:grpSpPr>
            <a:xfrm>
              <a:off x="2441359" y="4518734"/>
              <a:ext cx="723900" cy="548640"/>
              <a:chOff x="0" y="0"/>
              <a:chExt cx="1028700" cy="6096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24E3F54-08DE-8543-8961-34A112FAA2B6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9" name="Text Box 2">
                <a:extLst>
                  <a:ext uri="{FF2B5EF4-FFF2-40B4-BE49-F238E27FC236}">
                    <a16:creationId xmlns:a16="http://schemas.microsoft.com/office/drawing/2014/main" id="{2DB3687D-0851-8C4D-B073-AC8DFABDDE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9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7EF37D-9D07-7640-B762-7A557D07A4FE}"/>
                </a:ext>
              </a:extLst>
            </p:cNvPr>
            <p:cNvGrpSpPr/>
            <p:nvPr/>
          </p:nvGrpSpPr>
          <p:grpSpPr>
            <a:xfrm>
              <a:off x="3258104" y="4625266"/>
              <a:ext cx="784860" cy="502920"/>
              <a:chOff x="0" y="0"/>
              <a:chExt cx="1028700" cy="6096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ECD70F9-2AD6-D448-AD11-8A00BA04D2D6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7" name="Text Box 2">
                <a:extLst>
                  <a:ext uri="{FF2B5EF4-FFF2-40B4-BE49-F238E27FC236}">
                    <a16:creationId xmlns:a16="http://schemas.microsoft.com/office/drawing/2014/main" id="{37AA991D-3C5B-5647-9790-497DAA3C0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1"/>
                <a:ext cx="618255" cy="2870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10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BF314D0-0879-D948-8B8F-B185BE9B4529}"/>
                </a:ext>
              </a:extLst>
            </p:cNvPr>
            <p:cNvGrpSpPr/>
            <p:nvPr/>
          </p:nvGrpSpPr>
          <p:grpSpPr>
            <a:xfrm>
              <a:off x="4199137" y="4465468"/>
              <a:ext cx="716280" cy="510540"/>
              <a:chOff x="0" y="0"/>
              <a:chExt cx="1028700" cy="6096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906FFBE-2D4E-A041-AC5C-E195DB66CFA3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5" name="Text Box 2">
                <a:extLst>
                  <a:ext uri="{FF2B5EF4-FFF2-40B4-BE49-F238E27FC236}">
                    <a16:creationId xmlns:a16="http://schemas.microsoft.com/office/drawing/2014/main" id="{D0FEE3BA-B282-3B49-B7A5-F2D8B6E506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601574" cy="3040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11</a:t>
                </a:r>
                <a:endParaRPr lang="en-GB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74221BDF-51BA-AF4F-BB34-5C35CFF02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194" y="195309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Box 2">
              <a:extLst>
                <a:ext uri="{FF2B5EF4-FFF2-40B4-BE49-F238E27FC236}">
                  <a16:creationId xmlns:a16="http://schemas.microsoft.com/office/drawing/2014/main" id="{BA984B2A-D8AE-E744-A38F-E7FC30337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582" y="5042517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 days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8D21176A-7FD0-534D-B399-715CB318B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3627" y="3728621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weeks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2">
              <a:extLst>
                <a:ext uri="{FF2B5EF4-FFF2-40B4-BE49-F238E27FC236}">
                  <a16:creationId xmlns:a16="http://schemas.microsoft.com/office/drawing/2014/main" id="{846E1B20-D820-0249-8238-58F4658B7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7172" y="1091953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Box 2">
              <a:extLst>
                <a:ext uri="{FF2B5EF4-FFF2-40B4-BE49-F238E27FC236}">
                  <a16:creationId xmlns:a16="http://schemas.microsoft.com/office/drawing/2014/main" id="{EBC9226B-3216-4D45-9E62-621DC8547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170" y="3737499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Two weeks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Box 2">
              <a:extLst>
                <a:ext uri="{FF2B5EF4-FFF2-40B4-BE49-F238E27FC236}">
                  <a16:creationId xmlns:a16="http://schemas.microsoft.com/office/drawing/2014/main" id="{32DF1AEA-0029-1246-82E6-8BC3D8E5D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7386" y="2876365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 Box 2">
              <a:extLst>
                <a:ext uri="{FF2B5EF4-FFF2-40B4-BE49-F238E27FC236}">
                  <a16:creationId xmlns:a16="http://schemas.microsoft.com/office/drawing/2014/main" id="{50E906E6-3BCB-9947-B084-E996D1F4C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86" y="1242874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 Box 2">
              <a:extLst>
                <a:ext uri="{FF2B5EF4-FFF2-40B4-BE49-F238E27FC236}">
                  <a16:creationId xmlns:a16="http://schemas.microsoft.com/office/drawing/2014/main" id="{AEB79207-4413-4F4F-B98F-67EF400DE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9215" y="2086252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 Box 2">
              <a:extLst>
                <a:ext uri="{FF2B5EF4-FFF2-40B4-BE49-F238E27FC236}">
                  <a16:creationId xmlns:a16="http://schemas.microsoft.com/office/drawing/2014/main" id="{5A53479E-C8A3-3741-B0E9-F9E8AFE0B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94120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One week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 Box 2">
              <a:extLst>
                <a:ext uri="{FF2B5EF4-FFF2-40B4-BE49-F238E27FC236}">
                  <a16:creationId xmlns:a16="http://schemas.microsoft.com/office/drawing/2014/main" id="{1894BD61-C8B1-AA45-8DAC-5E2CC530C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499" y="5051394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 days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 Box 2">
              <a:extLst>
                <a:ext uri="{FF2B5EF4-FFF2-40B4-BE49-F238E27FC236}">
                  <a16:creationId xmlns:a16="http://schemas.microsoft.com/office/drawing/2014/main" id="{CAEB7F86-BE20-3A43-B5AC-7FC319EE7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4143" y="4980373"/>
              <a:ext cx="914400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 days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4F1DAAE-9B2B-1D49-B033-21A7EA5CBBE8}"/>
                </a:ext>
              </a:extLst>
            </p:cNvPr>
            <p:cNvCxnSpPr/>
            <p:nvPr/>
          </p:nvCxnSpPr>
          <p:spPr>
            <a:xfrm>
              <a:off x="2975314" y="5024761"/>
              <a:ext cx="228600" cy="6477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39DC735-14DB-334E-A821-12A5B234312E}"/>
                </a:ext>
              </a:extLst>
            </p:cNvPr>
            <p:cNvCxnSpPr/>
            <p:nvPr/>
          </p:nvCxnSpPr>
          <p:spPr>
            <a:xfrm flipH="1">
              <a:off x="3601929" y="5131293"/>
              <a:ext cx="45719" cy="44767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F29E078-2335-8E40-9CED-D1420430E6E9}"/>
                </a:ext>
              </a:extLst>
            </p:cNvPr>
            <p:cNvCxnSpPr/>
            <p:nvPr/>
          </p:nvCxnSpPr>
          <p:spPr>
            <a:xfrm flipH="1">
              <a:off x="4139583" y="5017178"/>
              <a:ext cx="409575" cy="71437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B992C3-B5C1-8D41-BC45-531CA3F9E6C1}"/>
                </a:ext>
              </a:extLst>
            </p:cNvPr>
            <p:cNvGrpSpPr/>
            <p:nvPr/>
          </p:nvGrpSpPr>
          <p:grpSpPr>
            <a:xfrm>
              <a:off x="2947386" y="5584054"/>
              <a:ext cx="1314450" cy="790575"/>
              <a:chOff x="0" y="0"/>
              <a:chExt cx="1028700" cy="60960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1851BDD-8CC0-1147-B29D-DC8340594636}"/>
                  </a:ext>
                </a:extLst>
              </p:cNvPr>
              <p:cNvSpPr/>
              <p:nvPr/>
            </p:nvSpPr>
            <p:spPr>
              <a:xfrm>
                <a:off x="0" y="0"/>
                <a:ext cx="1028700" cy="609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3" name="Text Box 2">
                <a:extLst>
                  <a:ext uri="{FF2B5EF4-FFF2-40B4-BE49-F238E27FC236}">
                    <a16:creationId xmlns:a16="http://schemas.microsoft.com/office/drawing/2014/main" id="{2C5F4122-BFCB-834A-867D-C8092EDDA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20" y="160020"/>
                <a:ext cx="365760" cy="287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12</a:t>
                </a:r>
                <a:endPara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9B1E824C-A954-2642-85F9-1A09D71E3052}"/>
              </a:ext>
            </a:extLst>
          </p:cNvPr>
          <p:cNvSpPr/>
          <p:nvPr/>
        </p:nvSpPr>
        <p:spPr>
          <a:xfrm>
            <a:off x="8467527" y="5365286"/>
            <a:ext cx="3508268" cy="457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Total time: 10 weeks and 2 days</a:t>
            </a:r>
            <a:endParaRPr lang="en-GB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0CBC1C-638A-4385-8A00-7762EFFD20E5}"/>
              </a:ext>
            </a:extLst>
          </p:cNvPr>
          <p:cNvSpPr txBox="1"/>
          <p:nvPr/>
        </p:nvSpPr>
        <p:spPr>
          <a:xfrm>
            <a:off x="7756329" y="1463796"/>
            <a:ext cx="4203872" cy="310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Looking for opportunities to pursue.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Choosing the best opportunity to go with.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Gathering customer statements from one survey and interviews.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 customer statements to customer need statements.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target specifications.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Patent search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concepts.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the best concept.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for manufacturing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Management of the project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 development Economics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831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65D7CF-DFA6-EE41-AC03-1D4D0816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52112"/>
            <a:ext cx="10058400" cy="1177779"/>
          </a:xfrm>
        </p:spPr>
        <p:txBody>
          <a:bodyPr/>
          <a:lstStyle/>
          <a:p>
            <a:r>
              <a:rPr lang="en-US" b="1" dirty="0"/>
              <a:t>Management of Projects</a:t>
            </a:r>
            <a:r>
              <a:rPr lang="en-GB" b="1" dirty="0"/>
              <a:t>:</a:t>
            </a:r>
            <a:br>
              <a:rPr lang="en-GB" b="1" dirty="0"/>
            </a:br>
            <a:r>
              <a:rPr lang="en-US" sz="2400" dirty="0"/>
              <a:t>Gantt chart</a:t>
            </a:r>
            <a:r>
              <a:rPr lang="en-GB" sz="2400" dirty="0"/>
              <a:t> 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EE3C2B-3F36-1E4D-B6A5-8BE639FB4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8601"/>
            <a:ext cx="12192000" cy="2357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C91856-DC61-F14B-B809-1EDF7A17A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32274"/>
            <a:ext cx="12192000" cy="235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92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5D7A-8636-9F49-B631-160A07F3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Product Development Economics</a:t>
            </a:r>
            <a:br>
              <a:rPr lang="en-GB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CA6C22-FE1D-754A-BF9F-AAE18BD9A9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511730"/>
              </p:ext>
            </p:extLst>
          </p:nvPr>
        </p:nvGraphicFramePr>
        <p:xfrm>
          <a:off x="669575" y="1886190"/>
          <a:ext cx="4018280" cy="3085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6580">
                  <a:extLst>
                    <a:ext uri="{9D8B030D-6E8A-4147-A177-3AD203B41FA5}">
                      <a16:colId xmlns:a16="http://schemas.microsoft.com/office/drawing/2014/main" val="400661338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1956129529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1303260666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676691116"/>
                    </a:ext>
                  </a:extLst>
                </a:gridCol>
              </a:tblGrid>
              <a:tr h="4638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first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last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burn rate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0359818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Development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-4000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184769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Testing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-2000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667773"/>
                  </a:ext>
                </a:extLst>
              </a:tr>
              <a:tr h="4608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Tooling and Ramp-Up Costs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-12500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6097395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Market Introduction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-3000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5745259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Ongoing Marketing Costs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-2000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221536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Unit Sales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1720859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Unit Price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7.000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1345413"/>
                  </a:ext>
                </a:extLst>
              </a:tr>
              <a:tr h="242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Unit Production 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3.000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5529537"/>
                  </a:ext>
                </a:extLst>
              </a:tr>
              <a:tr h="4608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Discount Rate (per time period)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1.75%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299088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2E87E29-1B72-4137-A79E-AB9668D775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525569"/>
              </p:ext>
            </p:extLst>
          </p:nvPr>
        </p:nvGraphicFramePr>
        <p:xfrm>
          <a:off x="6001577" y="1153794"/>
          <a:ext cx="4578191" cy="281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C1CF995-44D9-44FA-A5FD-6120093925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6691207"/>
              </p:ext>
            </p:extLst>
          </p:nvPr>
        </p:nvGraphicFramePr>
        <p:xfrm>
          <a:off x="6001576" y="3967407"/>
          <a:ext cx="3812952" cy="2727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6251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BE80-9660-4BC0-941E-E828C828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Prototype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99D44-0414-4562-8170-5CD93CFBB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9078" y="4299036"/>
            <a:ext cx="3819525" cy="207433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BF17E5-C9D7-4580-A8CF-157A5BA7A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94" y="1792705"/>
            <a:ext cx="3086100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E933F6-D90D-43A7-B131-E5F820360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016" y="1835568"/>
            <a:ext cx="3819525" cy="204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224AB-C229-4993-8B2B-4AE553552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394" y="4328838"/>
            <a:ext cx="3379911" cy="181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73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CE05-5C06-4C46-A196-64FDBA92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E28FC-9E63-46EE-857E-86E6917C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402145"/>
            <a:ext cx="10058400" cy="2250066"/>
          </a:xfrm>
        </p:spPr>
        <p:txBody>
          <a:bodyPr/>
          <a:lstStyle/>
          <a:p>
            <a:r>
              <a:rPr lang="en-US" dirty="0"/>
              <a:t>Importance of the project.</a:t>
            </a:r>
          </a:p>
          <a:p>
            <a:r>
              <a:rPr lang="en-US" dirty="0"/>
              <a:t>Difficulties faced in the project.</a:t>
            </a:r>
          </a:p>
          <a:p>
            <a:r>
              <a:rPr lang="en-US" dirty="0"/>
              <a:t>Future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9221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3498-9896-4F4D-A7AC-4317C05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8276" y="2332654"/>
            <a:ext cx="2569708" cy="840478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000000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8FD1-9E20-7145-9F6E-54833E3D5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329" y="3429765"/>
            <a:ext cx="3457602" cy="636959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4000" cap="all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5" name="Picture 4" descr="Different coloured question marks">
            <a:extLst>
              <a:ext uri="{FF2B5EF4-FFF2-40B4-BE49-F238E27FC236}">
                <a16:creationId xmlns:a16="http://schemas.microsoft.com/office/drawing/2014/main" id="{468F5B43-3D71-77BE-CFFC-D57E40078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65" r="25049" b="-1"/>
          <a:stretch/>
        </p:blipFill>
        <p:spPr>
          <a:xfrm>
            <a:off x="-9866" y="401980"/>
            <a:ext cx="6115733" cy="6456021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22103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{4FE93928-D39C-4240-8BB1-66479F891E0F}tf10001070</Template>
  <TotalTime>3085</TotalTime>
  <Words>917</Words>
  <Application>Microsoft Office PowerPoint</Application>
  <PresentationFormat>Widescreen</PresentationFormat>
  <Paragraphs>368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Calibri</vt:lpstr>
      <vt:lpstr>Geneva</vt:lpstr>
      <vt:lpstr>Rockwell</vt:lpstr>
      <vt:lpstr>Rockwell Condensed</vt:lpstr>
      <vt:lpstr>Rockwell Extra Bold</vt:lpstr>
      <vt:lpstr>Symbol</vt:lpstr>
      <vt:lpstr>Times New Roman</vt:lpstr>
      <vt:lpstr>Wingdings</vt:lpstr>
      <vt:lpstr>Wood Type</vt:lpstr>
      <vt:lpstr>Product Design and manufacturing</vt:lpstr>
      <vt:lpstr>Outline:</vt:lpstr>
      <vt:lpstr>Introduction:</vt:lpstr>
      <vt:lpstr>Opportunity Identification</vt:lpstr>
      <vt:lpstr>Opportunity Identification</vt:lpstr>
      <vt:lpstr>Opportunity Identification</vt:lpstr>
      <vt:lpstr> Mission statement  </vt:lpstr>
      <vt:lpstr>Customer needs:</vt:lpstr>
      <vt:lpstr>Target specifications:</vt:lpstr>
      <vt:lpstr>Sources of information through concept generation process</vt:lpstr>
      <vt:lpstr>Patent Search:</vt:lpstr>
      <vt:lpstr>Concepts generated: </vt:lpstr>
      <vt:lpstr>Concept screening:</vt:lpstr>
      <vt:lpstr>concept scoring: </vt:lpstr>
      <vt:lpstr>PowerPoint Presentation</vt:lpstr>
      <vt:lpstr>Management of projects</vt:lpstr>
      <vt:lpstr>Project: Duration</vt:lpstr>
      <vt:lpstr>Project: Execution</vt:lpstr>
      <vt:lpstr>Project: Evaluation</vt:lpstr>
      <vt:lpstr>DFM (Design for Manufacturing)</vt:lpstr>
      <vt:lpstr>the Process time:</vt:lpstr>
      <vt:lpstr>Management of Projects: PERT chart </vt:lpstr>
      <vt:lpstr>Management of Projects: Gantt chart </vt:lpstr>
      <vt:lpstr>Product Development Economics </vt:lpstr>
      <vt:lpstr>Technical Prototype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Design</dc:title>
  <dc:creator>Nasser</dc:creator>
  <cp:lastModifiedBy>Abdulrahman Al-Mansoori</cp:lastModifiedBy>
  <cp:revision>69</cp:revision>
  <dcterms:created xsi:type="dcterms:W3CDTF">2020-06-03T15:24:11Z</dcterms:created>
  <dcterms:modified xsi:type="dcterms:W3CDTF">2022-04-28T11:53:47Z</dcterms:modified>
</cp:coreProperties>
</file>